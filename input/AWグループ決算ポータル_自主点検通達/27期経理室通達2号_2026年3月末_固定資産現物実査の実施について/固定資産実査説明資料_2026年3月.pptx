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4"/>
    <p:sldMasterId id="2147483673" r:id="rId5"/>
    <p:sldMasterId id="2147483678" r:id="rId6"/>
  </p:sldMasterIdLst>
  <p:notesMasterIdLst>
    <p:notesMasterId r:id="rId24"/>
  </p:notesMasterIdLst>
  <p:handoutMasterIdLst>
    <p:handoutMasterId r:id="rId25"/>
  </p:handoutMasterIdLst>
  <p:sldIdLst>
    <p:sldId id="3115" r:id="rId7"/>
    <p:sldId id="3173" r:id="rId8"/>
    <p:sldId id="3209" r:id="rId9"/>
    <p:sldId id="3174" r:id="rId10"/>
    <p:sldId id="3176" r:id="rId11"/>
    <p:sldId id="3196" r:id="rId12"/>
    <p:sldId id="3197" r:id="rId13"/>
    <p:sldId id="3198" r:id="rId14"/>
    <p:sldId id="3201" r:id="rId15"/>
    <p:sldId id="3204" r:id="rId16"/>
    <p:sldId id="3199" r:id="rId17"/>
    <p:sldId id="3202" r:id="rId18"/>
    <p:sldId id="3210" r:id="rId19"/>
    <p:sldId id="3203" r:id="rId20"/>
    <p:sldId id="3206" r:id="rId21"/>
    <p:sldId id="3208" r:id="rId22"/>
    <p:sldId id="3147" r:id="rId23"/>
  </p:sldIdLst>
  <p:sldSz cx="9906000" cy="6858000" type="A4"/>
  <p:notesSz cx="9939338" cy="14368463"/>
  <p:defaultTextStyle>
    <a:defPPr>
      <a:defRPr lang="ja-JP"/>
    </a:defPPr>
    <a:lvl1pPr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1pPr>
    <a:lvl2pPr marL="388938" indent="68263"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2pPr>
    <a:lvl3pPr marL="777875" indent="136525"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3pPr>
    <a:lvl4pPr marL="1168400" indent="203200"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4pPr>
    <a:lvl5pPr marL="1557338" indent="271463" algn="l" rtl="0" fontAlgn="base">
      <a:spcBef>
        <a:spcPct val="0"/>
      </a:spcBef>
      <a:spcAft>
        <a:spcPct val="0"/>
      </a:spcAft>
      <a:defRPr kumimoji="1" sz="1200" kern="1200">
        <a:solidFill>
          <a:schemeClr val="tx1"/>
        </a:solidFill>
        <a:latin typeface="HGPｺﾞｼｯｸE" pitchFamily="50" charset="-128"/>
        <a:ea typeface="ＭＳ Ｐゴシック" charset="-128"/>
        <a:cs typeface="+mn-cs"/>
      </a:defRPr>
    </a:lvl5pPr>
    <a:lvl6pPr marL="2286000" algn="l" defTabSz="914400" rtl="0" eaLnBrk="1" latinLnBrk="0" hangingPunct="1">
      <a:defRPr kumimoji="1" sz="1200" kern="1200">
        <a:solidFill>
          <a:schemeClr val="tx1"/>
        </a:solidFill>
        <a:latin typeface="HGPｺﾞｼｯｸE" pitchFamily="50" charset="-128"/>
        <a:ea typeface="ＭＳ Ｐゴシック" charset="-128"/>
        <a:cs typeface="+mn-cs"/>
      </a:defRPr>
    </a:lvl6pPr>
    <a:lvl7pPr marL="2743200" algn="l" defTabSz="914400" rtl="0" eaLnBrk="1" latinLnBrk="0" hangingPunct="1">
      <a:defRPr kumimoji="1" sz="1200" kern="1200">
        <a:solidFill>
          <a:schemeClr val="tx1"/>
        </a:solidFill>
        <a:latin typeface="HGPｺﾞｼｯｸE" pitchFamily="50" charset="-128"/>
        <a:ea typeface="ＭＳ Ｐゴシック" charset="-128"/>
        <a:cs typeface="+mn-cs"/>
      </a:defRPr>
    </a:lvl7pPr>
    <a:lvl8pPr marL="3200400" algn="l" defTabSz="914400" rtl="0" eaLnBrk="1" latinLnBrk="0" hangingPunct="1">
      <a:defRPr kumimoji="1" sz="1200" kern="1200">
        <a:solidFill>
          <a:schemeClr val="tx1"/>
        </a:solidFill>
        <a:latin typeface="HGPｺﾞｼｯｸE" pitchFamily="50" charset="-128"/>
        <a:ea typeface="ＭＳ Ｐゴシック" charset="-128"/>
        <a:cs typeface="+mn-cs"/>
      </a:defRPr>
    </a:lvl8pPr>
    <a:lvl9pPr marL="3657600" algn="l" defTabSz="914400" rtl="0" eaLnBrk="1" latinLnBrk="0" hangingPunct="1">
      <a:defRPr kumimoji="1" sz="1200" kern="1200">
        <a:solidFill>
          <a:schemeClr val="tx1"/>
        </a:solidFill>
        <a:latin typeface="HGPｺﾞｼｯｸE" pitchFamily="50" charset="-128"/>
        <a:ea typeface="ＭＳ Ｐゴシック" charset="-128"/>
        <a:cs typeface="+mn-cs"/>
      </a:defRPr>
    </a:lvl9pPr>
  </p:defaultTextStyle>
  <p:extLst>
    <p:ext uri="{EFAFB233-063F-42B5-8137-9DF3F51BA10A}">
      <p15:sldGuideLst xmlns:p15="http://schemas.microsoft.com/office/powerpoint/2012/main">
        <p15:guide id="3" orient="horz" pos="2160" userDrawn="1">
          <p15:clr>
            <a:srgbClr val="A4A3A4"/>
          </p15:clr>
        </p15:guide>
        <p15:guide id="4" pos="312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B18080D-BF49-BFFD-A4AD-FE8B208A4240}" name="横山 真由美" initials="横山" userId="S::yokoyama-may@awi.co.jp::0c8b4d11-d143-4a4c-bf29-529a29415bd3" providerId="AD"/>
  <p188:author id="{E27AC213-40C8-008A-11A4-06092FDF62BF}" name="Deloitte Japan" initials="UY1" userId="Deloitte Japan" providerId="None"/>
  <p188:author id="{BC356D2F-FE59-0F9F-FCEF-6C92D2B910F2}" name="長門 伸吾" initials="長伸" userId="S::nagato-shi@awi.co.jp::ba8240d7-9e51-4fd6-8158-9c930c9d972a" providerId="AD"/>
  <p188:author id="{CFB1B140-DB59-1539-55B7-A0CE959F0D16}" name="Obata, Akihiro" initials="AO" userId="S::akihiro.obata@tohmatsu.co.jp::9ac77c0d-07c0-4638-b951-ef9f5a98b0ce" providerId="AD"/>
  <p188:author id="{25784B5E-BBB7-9227-C759-10A27F9E3E98}" name="Kawate" initials="K" userId="Kawate" providerId="None"/>
  <p188:author id="{79E69063-B1DB-34D7-A2BA-96B65BAB79B5}" name="Nogita, Motohisa" initials="NM" userId="Nogita, Motohisa" providerId="None"/>
  <p188:author id="{D2834CA9-B3FA-86BF-9E95-85514616A339}" name="近 一浩" initials="近" userId="S::kon-kaz@awi.co.jp::8b9b5aa5-9a33-43f5-a71c-d01f6e5ce709" providerId="AD"/>
  <p188:author id="{B80988B9-19D1-B0F8-8893-2B57555EF640}" name="Nomura, Kazuya 1" initials="NK" userId="S::kazuynomura@tohmatsu.co.jp::ebee141a-72b9-42cc-a64e-a41e6222d2ee" providerId="AD"/>
  <p188:author id="{26BBB0BC-3CB1-9958-51CA-564A03658F33}" name="Deloitte" initials="D" userId="Deloitte" providerId="None"/>
  <p188:author id="{9668ADC1-45DD-7CC8-5820-53B874297879}" name="和田 公樹" initials="和田" userId="S::wada-kok@awi.co.jp::a862d183-0743-4445-8890-7fc2223a71e0" providerId="AD"/>
  <p188:author id="{BC47CFC7-B015-8A36-4B51-B435DCD891B4}" name="Fumito Yamada" initials="YF" userId="Fumito Yamada" providerId="None"/>
  <p188:author id="{28D44DCA-06E6-F288-D67D-EF8B2A3FA4D6}" name="大川 義和" initials="大義" userId="S::okawa-yos@awi.co.jp::acc14433-fe9f-44f5-8bbb-e27aa84be5e7" providerId="AD"/>
  <p188:author id="{B896C7E2-4934-6992-CC0E-D4EE9A74F010}" name="Motoya Tamino (民野 元哉)" initials="元民" userId="S::motoya.tamino@awi.co.jp::6a502934-e9dc-45f4-a804-03966295377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藤井 仁和" initials="藤井" lastIdx="33" clrIdx="0"/>
  <p:cmAuthor id="2" name="川上浩二" initials="川上浩二" lastIdx="1" clrIdx="1"/>
  <p:cmAuthor id="3" name="吉田 剛" initials="吉田" lastIdx="2" clrIdx="2">
    <p:extLst>
      <p:ext uri="{19B8F6BF-5375-455C-9EA6-DF929625EA0E}">
        <p15:presenceInfo xmlns:p15="http://schemas.microsoft.com/office/powerpoint/2012/main" userId="S-1-5-21-119695665-2259278258-3525275268-11356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8A"/>
    <a:srgbClr val="F3F9FA"/>
    <a:srgbClr val="FED46A"/>
    <a:srgbClr val="FFFFCC"/>
    <a:srgbClr val="FFCC66"/>
    <a:srgbClr val="EDEDF9"/>
    <a:srgbClr val="CCFF99"/>
    <a:srgbClr val="0000FF"/>
    <a:srgbClr val="F9DFF9"/>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35BE9A-AD02-4007-80C1-DD865AD009E6}" v="1" dt="2026-04-08T23:42:41.850"/>
  </p1510:revLst>
</p1510:revInfo>
</file>

<file path=ppt/tableStyles.xml><?xml version="1.0" encoding="utf-8"?>
<a:tblStyleLst xmlns:a="http://schemas.openxmlformats.org/drawingml/2006/main" def="{5C22544A-7EE6-4342-B048-85BDC9FD1C3A}">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テーマ スタイル 2 - アクセント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淡色スタイル 1 - アクセント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淡色スタイル 1 - アクセント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416" y="318"/>
      </p:cViewPr>
      <p:guideLst>
        <p:guide orient="horz" pos="2160"/>
        <p:guide pos="312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handoutMaster" Target="handoutMasters/handout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notesMaster" Target="notesMasters/notesMaster1.xml"/><Relationship Id="rId32"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長門 伸吾" userId="S::nagato-shi@awi.co.jp::ba8240d7-9e51-4fd6-8158-9c930c9d972a" providerId="AD" clId="Web-{2F4AD806-9537-20D5-5E1D-0570E9F349BB}"/>
    <pc:docChg chg="mod">
      <pc:chgData name="長門 伸吾" userId="S::nagato-shi@awi.co.jp::ba8240d7-9e51-4fd6-8158-9c930c9d972a" providerId="AD" clId="Web-{2F4AD806-9537-20D5-5E1D-0570E9F349BB}" dt="2026-04-06T23:50:12.151" v="0"/>
      <pc:docMkLst>
        <pc:docMk/>
      </pc:docMkLst>
    </pc:docChg>
  </pc:docChgLst>
  <pc:docChgLst>
    <pc:chgData name="Murohashi, Yu" userId="5446f421-4490-4e64-9f99-0afb7fac39be" providerId="ADAL" clId="{1471C0DA-D86D-4BED-B217-FF8AA0BB9E26}"/>
    <pc:docChg chg="addSld modSld">
      <pc:chgData name="Murohashi, Yu" userId="5446f421-4490-4e64-9f99-0afb7fac39be" providerId="ADAL" clId="{1471C0DA-D86D-4BED-B217-FF8AA0BB9E26}" dt="2026-04-06T05:50:40.090" v="0"/>
      <pc:docMkLst>
        <pc:docMk/>
      </pc:docMkLst>
      <pc:sldChg chg="add">
        <pc:chgData name="Murohashi, Yu" userId="5446f421-4490-4e64-9f99-0afb7fac39be" providerId="ADAL" clId="{1471C0DA-D86D-4BED-B217-FF8AA0BB9E26}" dt="2026-04-06T05:50:40.090" v="0"/>
        <pc:sldMkLst>
          <pc:docMk/>
          <pc:sldMk cId="4168574068" sldId="3201"/>
        </pc:sldMkLst>
      </pc:sldChg>
    </pc:docChg>
  </pc:docChgLst>
  <pc:docChgLst>
    <pc:chgData name="Makino, Yoshikazu" userId="4e7ae8fe-7e1b-48ca-b82c-dbc57de3540a" providerId="ADAL" clId="{1471C0DA-D86D-4BED-B217-FF8AA0BB9E26}"/>
    <pc:docChg chg="undo redo custSel addSld delSld modSld">
      <pc:chgData name="Makino, Yoshikazu" userId="4e7ae8fe-7e1b-48ca-b82c-dbc57de3540a" providerId="ADAL" clId="{1471C0DA-D86D-4BED-B217-FF8AA0BB9E26}" dt="2026-04-05T02:23:37.029" v="2961" actId="6549"/>
      <pc:docMkLst>
        <pc:docMk/>
      </pc:docMkLst>
      <pc:sldChg chg="modSp mod">
        <pc:chgData name="Makino, Yoshikazu" userId="4e7ae8fe-7e1b-48ca-b82c-dbc57de3540a" providerId="ADAL" clId="{1471C0DA-D86D-4BED-B217-FF8AA0BB9E26}" dt="2026-04-03T12:29:07.284" v="65" actId="6549"/>
        <pc:sldMkLst>
          <pc:docMk/>
          <pc:sldMk cId="3926968333" sldId="3176"/>
        </pc:sldMkLst>
        <pc:spChg chg="mod">
          <ac:chgData name="Makino, Yoshikazu" userId="4e7ae8fe-7e1b-48ca-b82c-dbc57de3540a" providerId="ADAL" clId="{1471C0DA-D86D-4BED-B217-FF8AA0BB9E26}" dt="2026-04-03T12:29:07.284" v="65" actId="6549"/>
          <ac:spMkLst>
            <pc:docMk/>
            <pc:sldMk cId="3926968333" sldId="3176"/>
            <ac:spMk id="4" creationId="{4A170092-DCFA-6BD9-EC22-A3EE830285A7}"/>
          </ac:spMkLst>
        </pc:spChg>
        <pc:spChg chg="mod">
          <ac:chgData name="Makino, Yoshikazu" userId="4e7ae8fe-7e1b-48ca-b82c-dbc57de3540a" providerId="ADAL" clId="{1471C0DA-D86D-4BED-B217-FF8AA0BB9E26}" dt="2026-04-03T12:26:48.436" v="1" actId="6549"/>
          <ac:spMkLst>
            <pc:docMk/>
            <pc:sldMk cId="3926968333" sldId="3176"/>
            <ac:spMk id="27" creationId="{43A4C11B-CDED-B701-DE4D-6ADD378ED7C5}"/>
          </ac:spMkLst>
        </pc:spChg>
        <pc:spChg chg="mod">
          <ac:chgData name="Makino, Yoshikazu" userId="4e7ae8fe-7e1b-48ca-b82c-dbc57de3540a" providerId="ADAL" clId="{1471C0DA-D86D-4BED-B217-FF8AA0BB9E26}" dt="2026-04-03T12:26:37.545" v="0" actId="6549"/>
          <ac:spMkLst>
            <pc:docMk/>
            <pc:sldMk cId="3926968333" sldId="3176"/>
            <ac:spMk id="37" creationId="{C5BEC150-5095-7A1E-CAF8-872E4B92F1A9}"/>
          </ac:spMkLst>
        </pc:spChg>
      </pc:sldChg>
      <pc:sldChg chg="modSp mod">
        <pc:chgData name="Makino, Yoshikazu" userId="4e7ae8fe-7e1b-48ca-b82c-dbc57de3540a" providerId="ADAL" clId="{1471C0DA-D86D-4BED-B217-FF8AA0BB9E26}" dt="2026-04-03T12:30:14.053" v="139" actId="6549"/>
        <pc:sldMkLst>
          <pc:docMk/>
          <pc:sldMk cId="3532905197" sldId="3198"/>
        </pc:sldMkLst>
        <pc:spChg chg="mod">
          <ac:chgData name="Makino, Yoshikazu" userId="4e7ae8fe-7e1b-48ca-b82c-dbc57de3540a" providerId="ADAL" clId="{1471C0DA-D86D-4BED-B217-FF8AA0BB9E26}" dt="2026-04-03T12:30:14.053" v="139" actId="6549"/>
          <ac:spMkLst>
            <pc:docMk/>
            <pc:sldMk cId="3532905197" sldId="3198"/>
            <ac:spMk id="5" creationId="{EAB45716-54E0-ED19-D602-819A5F0D192E}"/>
          </ac:spMkLst>
        </pc:spChg>
      </pc:sldChg>
      <pc:sldChg chg="modSp mod">
        <pc:chgData name="Makino, Yoshikazu" userId="4e7ae8fe-7e1b-48ca-b82c-dbc57de3540a" providerId="ADAL" clId="{1471C0DA-D86D-4BED-B217-FF8AA0BB9E26}" dt="2026-04-03T12:31:55.091" v="270" actId="6549"/>
        <pc:sldMkLst>
          <pc:docMk/>
          <pc:sldMk cId="2260640080" sldId="3199"/>
        </pc:sldMkLst>
        <pc:spChg chg="mod">
          <ac:chgData name="Makino, Yoshikazu" userId="4e7ae8fe-7e1b-48ca-b82c-dbc57de3540a" providerId="ADAL" clId="{1471C0DA-D86D-4BED-B217-FF8AA0BB9E26}" dt="2026-04-03T12:31:55.091" v="270" actId="6549"/>
          <ac:spMkLst>
            <pc:docMk/>
            <pc:sldMk cId="2260640080" sldId="3199"/>
            <ac:spMk id="7" creationId="{93FDF582-1AC9-3946-A41E-28FF0A7145C7}"/>
          </ac:spMkLst>
        </pc:spChg>
      </pc:sldChg>
      <pc:sldChg chg="delSp modSp del mod modCm">
        <pc:chgData name="Makino, Yoshikazu" userId="4e7ae8fe-7e1b-48ca-b82c-dbc57de3540a" providerId="ADAL" clId="{1471C0DA-D86D-4BED-B217-FF8AA0BB9E26}" dt="2026-04-05T01:37:56.805" v="458" actId="47"/>
        <pc:sldMkLst>
          <pc:docMk/>
          <pc:sldMk cId="4168574068" sldId="3201"/>
        </pc:sldMkLst>
        <pc:extLst>
          <p:ext xmlns:p="http://schemas.openxmlformats.org/presentationml/2006/main" uri="{D6D511B9-2390-475A-947B-AFAB55BFBCF1}">
            <pc226:cmChg xmlns:pc226="http://schemas.microsoft.com/office/powerpoint/2022/06/main/command" chg="mod">
              <pc226:chgData name="Makino, Yoshikazu" userId="4e7ae8fe-7e1b-48ca-b82c-dbc57de3540a" providerId="ADAL" clId="{1471C0DA-D86D-4BED-B217-FF8AA0BB9E26}" dt="2026-04-03T12:30:39.180" v="156" actId="20577"/>
              <pc2:cmMkLst xmlns:pc2="http://schemas.microsoft.com/office/powerpoint/2019/9/main/command">
                <pc:docMk/>
                <pc:sldMk cId="4168574068" sldId="3201"/>
                <pc2:cmMk id="{61E11C5E-2122-4C91-936F-D227DF6681CF}"/>
              </pc2:cmMkLst>
            </pc226:cmChg>
          </p:ext>
        </pc:extLst>
      </pc:sldChg>
      <pc:sldChg chg="modSp mod">
        <pc:chgData name="Makino, Yoshikazu" userId="4e7ae8fe-7e1b-48ca-b82c-dbc57de3540a" providerId="ADAL" clId="{1471C0DA-D86D-4BED-B217-FF8AA0BB9E26}" dt="2026-04-05T02:07:25.597" v="1486" actId="20577"/>
        <pc:sldMkLst>
          <pc:docMk/>
          <pc:sldMk cId="3032007353" sldId="3202"/>
        </pc:sldMkLst>
        <pc:spChg chg="mod">
          <ac:chgData name="Makino, Yoshikazu" userId="4e7ae8fe-7e1b-48ca-b82c-dbc57de3540a" providerId="ADAL" clId="{1471C0DA-D86D-4BED-B217-FF8AA0BB9E26}" dt="2026-04-05T02:07:25.597" v="1486" actId="20577"/>
          <ac:spMkLst>
            <pc:docMk/>
            <pc:sldMk cId="3032007353" sldId="3202"/>
            <ac:spMk id="4" creationId="{BBAB8E55-F5D6-8260-E2B8-E7A243CCC1B3}"/>
          </ac:spMkLst>
        </pc:spChg>
      </pc:sldChg>
      <pc:sldChg chg="delSp modSp mod">
        <pc:chgData name="Makino, Yoshikazu" userId="4e7ae8fe-7e1b-48ca-b82c-dbc57de3540a" providerId="ADAL" clId="{1471C0DA-D86D-4BED-B217-FF8AA0BB9E26}" dt="2026-04-03T12:31:30.061" v="180" actId="6549"/>
        <pc:sldMkLst>
          <pc:docMk/>
          <pc:sldMk cId="1732588832" sldId="3204"/>
        </pc:sldMkLst>
        <pc:spChg chg="mod">
          <ac:chgData name="Makino, Yoshikazu" userId="4e7ae8fe-7e1b-48ca-b82c-dbc57de3540a" providerId="ADAL" clId="{1471C0DA-D86D-4BED-B217-FF8AA0BB9E26}" dt="2026-04-03T12:31:15.614" v="172" actId="1076"/>
          <ac:spMkLst>
            <pc:docMk/>
            <pc:sldMk cId="1732588832" sldId="3204"/>
            <ac:spMk id="3" creationId="{2619E47E-AC8B-B886-00A3-938A4C12AFB3}"/>
          </ac:spMkLst>
        </pc:spChg>
        <pc:spChg chg="mod">
          <ac:chgData name="Makino, Yoshikazu" userId="4e7ae8fe-7e1b-48ca-b82c-dbc57de3540a" providerId="ADAL" clId="{1471C0DA-D86D-4BED-B217-FF8AA0BB9E26}" dt="2026-04-03T12:31:04.618" v="168" actId="5793"/>
          <ac:spMkLst>
            <pc:docMk/>
            <pc:sldMk cId="1732588832" sldId="3204"/>
            <ac:spMk id="5" creationId="{A35F6255-ABBC-5565-B63D-8390CE0BD0DD}"/>
          </ac:spMkLst>
        </pc:spChg>
        <pc:spChg chg="mod">
          <ac:chgData name="Makino, Yoshikazu" userId="4e7ae8fe-7e1b-48ca-b82c-dbc57de3540a" providerId="ADAL" clId="{1471C0DA-D86D-4BED-B217-FF8AA0BB9E26}" dt="2026-04-03T12:31:30.061" v="180" actId="6549"/>
          <ac:spMkLst>
            <pc:docMk/>
            <pc:sldMk cId="1732588832" sldId="3204"/>
            <ac:spMk id="7" creationId="{D35874F3-E675-5FA9-2E4C-38F86A21C4C2}"/>
          </ac:spMkLst>
        </pc:spChg>
      </pc:sldChg>
      <pc:sldChg chg="delSp modSp mod">
        <pc:chgData name="Makino, Yoshikazu" userId="4e7ae8fe-7e1b-48ca-b82c-dbc57de3540a" providerId="ADAL" clId="{1471C0DA-D86D-4BED-B217-FF8AA0BB9E26}" dt="2026-04-03T12:37:22.654" v="452" actId="478"/>
        <pc:sldMkLst>
          <pc:docMk/>
          <pc:sldMk cId="3960205126" sldId="3206"/>
        </pc:sldMkLst>
      </pc:sldChg>
      <pc:sldChg chg="modSp add mod">
        <pc:chgData name="Makino, Yoshikazu" userId="4e7ae8fe-7e1b-48ca-b82c-dbc57de3540a" providerId="ADAL" clId="{1471C0DA-D86D-4BED-B217-FF8AA0BB9E26}" dt="2026-04-03T12:38:55.233" v="454" actId="6549"/>
        <pc:sldMkLst>
          <pc:docMk/>
          <pc:sldMk cId="3217983860" sldId="3209"/>
        </pc:sldMkLst>
        <pc:spChg chg="mod">
          <ac:chgData name="Makino, Yoshikazu" userId="4e7ae8fe-7e1b-48ca-b82c-dbc57de3540a" providerId="ADAL" clId="{1471C0DA-D86D-4BED-B217-FF8AA0BB9E26}" dt="2026-04-03T12:38:55.233" v="454" actId="6549"/>
          <ac:spMkLst>
            <pc:docMk/>
            <pc:sldMk cId="3217983860" sldId="3209"/>
            <ac:spMk id="7" creationId="{91C49E34-2545-6D39-C01A-3F7EC679F5C7}"/>
          </ac:spMkLst>
        </pc:spChg>
      </pc:sldChg>
      <pc:sldChg chg="delSp modSp add mod">
        <pc:chgData name="Makino, Yoshikazu" userId="4e7ae8fe-7e1b-48ca-b82c-dbc57de3540a" providerId="ADAL" clId="{1471C0DA-D86D-4BED-B217-FF8AA0BB9E26}" dt="2026-04-05T02:23:37.029" v="2961" actId="6549"/>
        <pc:sldMkLst>
          <pc:docMk/>
          <pc:sldMk cId="1002871192" sldId="3210"/>
        </pc:sldMkLst>
        <pc:spChg chg="mod">
          <ac:chgData name="Makino, Yoshikazu" userId="4e7ae8fe-7e1b-48ca-b82c-dbc57de3540a" providerId="ADAL" clId="{1471C0DA-D86D-4BED-B217-FF8AA0BB9E26}" dt="2026-04-05T02:23:37.029" v="2961" actId="6549"/>
          <ac:spMkLst>
            <pc:docMk/>
            <pc:sldMk cId="1002871192" sldId="3210"/>
            <ac:spMk id="4" creationId="{892B8A69-28B8-9543-1CCB-A3F3E056B60C}"/>
          </ac:spMkLst>
        </pc:spChg>
      </pc:sldChg>
    </pc:docChg>
  </pc:docChgLst>
  <pc:docChgLst>
    <pc:chgData name="Ishizuka, Daiki 1" userId="S::daiishizuka@tohmatsu.co.jp::5847b42f-c842-4ab3-ac59-a372fcad9941" providerId="AD" clId="Web-{515F457B-3858-9AB7-9B2C-0DB1B5E01C31}"/>
    <pc:docChg chg="modSld">
      <pc:chgData name="Ishizuka, Daiki 1" userId="S::daiishizuka@tohmatsu.co.jp::5847b42f-c842-4ab3-ac59-a372fcad9941" providerId="AD" clId="Web-{515F457B-3858-9AB7-9B2C-0DB1B5E01C31}" dt="2026-04-06T11:45:33.102" v="0"/>
      <pc:docMkLst>
        <pc:docMk/>
      </pc:docMkLst>
      <pc:sldChg chg="modSp">
        <pc:chgData name="Ishizuka, Daiki 1" userId="S::daiishizuka@tohmatsu.co.jp::5847b42f-c842-4ab3-ac59-a372fcad9941" providerId="AD" clId="Web-{515F457B-3858-9AB7-9B2C-0DB1B5E01C31}" dt="2026-04-06T11:45:33.102" v="0"/>
        <pc:sldMkLst>
          <pc:docMk/>
          <pc:sldMk cId="634306969" sldId="3173"/>
        </pc:sldMkLst>
        <pc:graphicFrameChg chg="modGraphic">
          <ac:chgData name="Ishizuka, Daiki 1" userId="S::daiishizuka@tohmatsu.co.jp::5847b42f-c842-4ab3-ac59-a372fcad9941" providerId="AD" clId="Web-{515F457B-3858-9AB7-9B2C-0DB1B5E01C31}" dt="2026-04-06T11:45:33.102" v="0"/>
          <ac:graphicFrameMkLst>
            <pc:docMk/>
            <pc:sldMk cId="634306969" sldId="3173"/>
            <ac:graphicFrameMk id="6" creationId="{FBFA69FE-C282-5EBE-3241-E073ACBA3070}"/>
          </ac:graphicFrameMkLst>
        </pc:graphicFrameChg>
      </pc:sldChg>
    </pc:docChg>
  </pc:docChgLst>
  <pc:docChgLst>
    <pc:chgData name="長門 伸吾" userId="ba8240d7-9e51-4fd6-8158-9c930c9d972a" providerId="ADAL" clId="{E8EE11D5-C49B-4E45-8B92-8CE34F384976}"/>
    <pc:docChg chg="modSld">
      <pc:chgData name="長門 伸吾" userId="ba8240d7-9e51-4fd6-8158-9c930c9d972a" providerId="ADAL" clId="{E8EE11D5-C49B-4E45-8B92-8CE34F384976}" dt="2026-04-09T10:36:58.280" v="243" actId="20577"/>
      <pc:docMkLst>
        <pc:docMk/>
      </pc:docMkLst>
      <pc:sldChg chg="modSp mod">
        <pc:chgData name="長門 伸吾" userId="ba8240d7-9e51-4fd6-8158-9c930c9d972a" providerId="ADAL" clId="{E8EE11D5-C49B-4E45-8B92-8CE34F384976}" dt="2026-04-09T10:36:58.280" v="243" actId="20577"/>
        <pc:sldMkLst>
          <pc:docMk/>
          <pc:sldMk cId="3780447684" sldId="3115"/>
        </pc:sldMkLst>
        <pc:spChg chg="mod">
          <ac:chgData name="長門 伸吾" userId="ba8240d7-9e51-4fd6-8158-9c930c9d972a" providerId="ADAL" clId="{E8EE11D5-C49B-4E45-8B92-8CE34F384976}" dt="2026-04-07T06:46:38.233" v="13" actId="20577"/>
          <ac:spMkLst>
            <pc:docMk/>
            <pc:sldMk cId="3780447684" sldId="3115"/>
            <ac:spMk id="5" creationId="{00000000-0000-0000-0000-000000000000}"/>
          </ac:spMkLst>
        </pc:spChg>
        <pc:spChg chg="mod">
          <ac:chgData name="長門 伸吾" userId="ba8240d7-9e51-4fd6-8158-9c930c9d972a" providerId="ADAL" clId="{E8EE11D5-C49B-4E45-8B92-8CE34F384976}" dt="2026-04-09T10:36:58.280" v="243" actId="20577"/>
          <ac:spMkLst>
            <pc:docMk/>
            <pc:sldMk cId="3780447684" sldId="3115"/>
            <ac:spMk id="8" creationId="{00000000-0000-0000-0000-000000000000}"/>
          </ac:spMkLst>
        </pc:spChg>
      </pc:sldChg>
      <pc:sldChg chg="modSp mod">
        <pc:chgData name="長門 伸吾" userId="ba8240d7-9e51-4fd6-8158-9c930c9d972a" providerId="ADAL" clId="{E8EE11D5-C49B-4E45-8B92-8CE34F384976}" dt="2026-04-08T23:38:55.463" v="136" actId="115"/>
        <pc:sldMkLst>
          <pc:docMk/>
          <pc:sldMk cId="2260640080" sldId="3199"/>
        </pc:sldMkLst>
        <pc:spChg chg="mod">
          <ac:chgData name="長門 伸吾" userId="ba8240d7-9e51-4fd6-8158-9c930c9d972a" providerId="ADAL" clId="{E8EE11D5-C49B-4E45-8B92-8CE34F384976}" dt="2026-04-08T23:38:55.463" v="136" actId="115"/>
          <ac:spMkLst>
            <pc:docMk/>
            <pc:sldMk cId="2260640080" sldId="3199"/>
            <ac:spMk id="11" creationId="{D8F83280-BB2C-89AD-251E-AB05D77121A9}"/>
          </ac:spMkLst>
        </pc:spChg>
      </pc:sldChg>
      <pc:sldChg chg="modSp mod">
        <pc:chgData name="長門 伸吾" userId="ba8240d7-9e51-4fd6-8158-9c930c9d972a" providerId="ADAL" clId="{E8EE11D5-C49B-4E45-8B92-8CE34F384976}" dt="2026-04-07T07:27:35.894" v="47" actId="20577"/>
        <pc:sldMkLst>
          <pc:docMk/>
          <pc:sldMk cId="4168574068" sldId="3201"/>
        </pc:sldMkLst>
        <pc:spChg chg="mod">
          <ac:chgData name="長門 伸吾" userId="ba8240d7-9e51-4fd6-8158-9c930c9d972a" providerId="ADAL" clId="{E8EE11D5-C49B-4E45-8B92-8CE34F384976}" dt="2026-04-07T07:27:35.894" v="47" actId="20577"/>
          <ac:spMkLst>
            <pc:docMk/>
            <pc:sldMk cId="4168574068" sldId="3201"/>
            <ac:spMk id="3" creationId="{C4851EE9-B993-2ED6-B612-4DF21D97D076}"/>
          </ac:spMkLst>
        </pc:spChg>
      </pc:sldChg>
      <pc:sldChg chg="modSp mod">
        <pc:chgData name="長門 伸吾" userId="ba8240d7-9e51-4fd6-8158-9c930c9d972a" providerId="ADAL" clId="{E8EE11D5-C49B-4E45-8B92-8CE34F384976}" dt="2026-04-08T23:43:33.620" v="240" actId="207"/>
        <pc:sldMkLst>
          <pc:docMk/>
          <pc:sldMk cId="2297001845" sldId="3203"/>
        </pc:sldMkLst>
        <pc:spChg chg="mod">
          <ac:chgData name="長門 伸吾" userId="ba8240d7-9e51-4fd6-8158-9c930c9d972a" providerId="ADAL" clId="{E8EE11D5-C49B-4E45-8B92-8CE34F384976}" dt="2026-04-08T23:43:33.620" v="240" actId="207"/>
          <ac:spMkLst>
            <pc:docMk/>
            <pc:sldMk cId="2297001845" sldId="3203"/>
            <ac:spMk id="4" creationId="{C78F7E87-5BC8-BD02-E09E-D908AF64CFC4}"/>
          </ac:spMkLst>
        </pc:spChg>
        <pc:spChg chg="mod">
          <ac:chgData name="長門 伸吾" userId="ba8240d7-9e51-4fd6-8158-9c930c9d972a" providerId="ADAL" clId="{E8EE11D5-C49B-4E45-8B92-8CE34F384976}" dt="2026-04-08T23:42:30.924" v="147" actId="1076"/>
          <ac:spMkLst>
            <pc:docMk/>
            <pc:sldMk cId="2297001845" sldId="3203"/>
            <ac:spMk id="8" creationId="{5ECF017B-C275-D8F5-1F31-241F5C873531}"/>
          </ac:spMkLst>
        </pc:spChg>
      </pc:sldChg>
      <pc:sldChg chg="modSp mod">
        <pc:chgData name="長門 伸吾" userId="ba8240d7-9e51-4fd6-8158-9c930c9d972a" providerId="ADAL" clId="{E8EE11D5-C49B-4E45-8B92-8CE34F384976}" dt="2026-04-08T23:42:03.354" v="145" actId="115"/>
        <pc:sldMkLst>
          <pc:docMk/>
          <pc:sldMk cId="3960205126" sldId="3206"/>
        </pc:sldMkLst>
        <pc:spChg chg="mod">
          <ac:chgData name="長門 伸吾" userId="ba8240d7-9e51-4fd6-8158-9c930c9d972a" providerId="ADAL" clId="{E8EE11D5-C49B-4E45-8B92-8CE34F384976}" dt="2026-04-08T23:42:03.354" v="145" actId="115"/>
          <ac:spMkLst>
            <pc:docMk/>
            <pc:sldMk cId="3960205126" sldId="3206"/>
            <ac:spMk id="5" creationId="{72B815F8-C552-4745-3F4D-14D53AAAD615}"/>
          </ac:spMkLst>
        </pc:spChg>
      </pc:sldChg>
    </pc:docChg>
  </pc:docChgLst>
  <pc:docChgLst>
    <pc:chgData name="Kawate, Ryosuke" userId="bd3f999a-ef36-4acf-a01a-fb89da38caab" providerId="ADAL" clId="{9D11C636-76D2-4446-B587-92E60B93B355}"/>
    <pc:docChg chg="undo custSel modSld sldOrd">
      <pc:chgData name="Kawate, Ryosuke" userId="bd3f999a-ef36-4acf-a01a-fb89da38caab" providerId="ADAL" clId="{9D11C636-76D2-4446-B587-92E60B93B355}" dt="2026-04-06T13:30:13.246" v="2153" actId="20577"/>
      <pc:docMkLst>
        <pc:docMk/>
      </pc:docMkLst>
      <pc:sldChg chg="modSp mod">
        <pc:chgData name="Kawate, Ryosuke" userId="bd3f999a-ef36-4acf-a01a-fb89da38caab" providerId="ADAL" clId="{9D11C636-76D2-4446-B587-92E60B93B355}" dt="2026-04-06T07:23:40.795" v="1188" actId="20577"/>
        <pc:sldMkLst>
          <pc:docMk/>
          <pc:sldMk cId="3780447684" sldId="3115"/>
        </pc:sldMkLst>
        <pc:spChg chg="mod">
          <ac:chgData name="Kawate, Ryosuke" userId="bd3f999a-ef36-4acf-a01a-fb89da38caab" providerId="ADAL" clId="{9D11C636-76D2-4446-B587-92E60B93B355}" dt="2026-04-06T07:23:40.795" v="1188" actId="20577"/>
          <ac:spMkLst>
            <pc:docMk/>
            <pc:sldMk cId="3780447684" sldId="3115"/>
            <ac:spMk id="5" creationId="{00000000-0000-0000-0000-000000000000}"/>
          </ac:spMkLst>
        </pc:spChg>
      </pc:sldChg>
      <pc:sldChg chg="modSp mod">
        <pc:chgData name="Kawate, Ryosuke" userId="bd3f999a-ef36-4acf-a01a-fb89da38caab" providerId="ADAL" clId="{9D11C636-76D2-4446-B587-92E60B93B355}" dt="2026-04-06T12:59:17.915" v="2109" actId="13926"/>
        <pc:sldMkLst>
          <pc:docMk/>
          <pc:sldMk cId="1158172709" sldId="3147"/>
        </pc:sldMkLst>
        <pc:spChg chg="mod">
          <ac:chgData name="Kawate, Ryosuke" userId="bd3f999a-ef36-4acf-a01a-fb89da38caab" providerId="ADAL" clId="{9D11C636-76D2-4446-B587-92E60B93B355}" dt="2026-04-06T12:59:17.915" v="2109" actId="13926"/>
          <ac:spMkLst>
            <pc:docMk/>
            <pc:sldMk cId="1158172709" sldId="3147"/>
            <ac:spMk id="4" creationId="{497DEE3F-6C1C-9F58-7558-CCB3D7F08E73}"/>
          </ac:spMkLst>
        </pc:spChg>
      </pc:sldChg>
      <pc:sldChg chg="modSp mod">
        <pc:chgData name="Kawate, Ryosuke" userId="bd3f999a-ef36-4acf-a01a-fb89da38caab" providerId="ADAL" clId="{9D11C636-76D2-4446-B587-92E60B93B355}" dt="2026-04-06T13:30:13.246" v="2153" actId="20577"/>
        <pc:sldMkLst>
          <pc:docMk/>
          <pc:sldMk cId="634306969" sldId="3173"/>
        </pc:sldMkLst>
        <pc:graphicFrameChg chg="modGraphic">
          <ac:chgData name="Kawate, Ryosuke" userId="bd3f999a-ef36-4acf-a01a-fb89da38caab" providerId="ADAL" clId="{9D11C636-76D2-4446-B587-92E60B93B355}" dt="2026-04-06T13:30:13.246" v="2153" actId="20577"/>
          <ac:graphicFrameMkLst>
            <pc:docMk/>
            <pc:sldMk cId="634306969" sldId="3173"/>
            <ac:graphicFrameMk id="6" creationId="{FBFA69FE-C282-5EBE-3241-E073ACBA3070}"/>
          </ac:graphicFrameMkLst>
        </pc:graphicFrameChg>
      </pc:sldChg>
      <pc:sldChg chg="modSp mod">
        <pc:chgData name="Kawate, Ryosuke" userId="bd3f999a-ef36-4acf-a01a-fb89da38caab" providerId="ADAL" clId="{9D11C636-76D2-4446-B587-92E60B93B355}" dt="2026-04-06T13:25:55.202" v="2149" actId="20577"/>
        <pc:sldMkLst>
          <pc:docMk/>
          <pc:sldMk cId="3926968333" sldId="3176"/>
        </pc:sldMkLst>
        <pc:spChg chg="mod">
          <ac:chgData name="Kawate, Ryosuke" userId="bd3f999a-ef36-4acf-a01a-fb89da38caab" providerId="ADAL" clId="{9D11C636-76D2-4446-B587-92E60B93B355}" dt="2026-04-06T13:25:55.202" v="2149" actId="20577"/>
          <ac:spMkLst>
            <pc:docMk/>
            <pc:sldMk cId="3926968333" sldId="3176"/>
            <ac:spMk id="4" creationId="{4A170092-DCFA-6BD9-EC22-A3EE830285A7}"/>
          </ac:spMkLst>
        </pc:spChg>
        <pc:spChg chg="mod">
          <ac:chgData name="Kawate, Ryosuke" userId="bd3f999a-ef36-4acf-a01a-fb89da38caab" providerId="ADAL" clId="{9D11C636-76D2-4446-B587-92E60B93B355}" dt="2026-04-06T13:25:31.565" v="2122" actId="20577"/>
          <ac:spMkLst>
            <pc:docMk/>
            <pc:sldMk cId="3926968333" sldId="3176"/>
            <ac:spMk id="9" creationId="{1894CD39-7E59-5691-A077-673716BD06AB}"/>
          </ac:spMkLst>
        </pc:spChg>
      </pc:sldChg>
      <pc:sldChg chg="modSp mod">
        <pc:chgData name="Kawate, Ryosuke" userId="bd3f999a-ef36-4acf-a01a-fb89da38caab" providerId="ADAL" clId="{9D11C636-76D2-4446-B587-92E60B93B355}" dt="2026-04-06T04:52:26.764" v="66" actId="20577"/>
        <pc:sldMkLst>
          <pc:docMk/>
          <pc:sldMk cId="405465563" sldId="3197"/>
        </pc:sldMkLst>
        <pc:spChg chg="mod">
          <ac:chgData name="Kawate, Ryosuke" userId="bd3f999a-ef36-4acf-a01a-fb89da38caab" providerId="ADAL" clId="{9D11C636-76D2-4446-B587-92E60B93B355}" dt="2026-04-06T04:52:26.764" v="66" actId="20577"/>
          <ac:spMkLst>
            <pc:docMk/>
            <pc:sldMk cId="405465563" sldId="3197"/>
            <ac:spMk id="3" creationId="{70170D28-8187-1D47-7344-4B2F079ADCDE}"/>
          </ac:spMkLst>
        </pc:spChg>
      </pc:sldChg>
      <pc:sldChg chg="modSp mod">
        <pc:chgData name="Kawate, Ryosuke" userId="bd3f999a-ef36-4acf-a01a-fb89da38caab" providerId="ADAL" clId="{9D11C636-76D2-4446-B587-92E60B93B355}" dt="2026-04-06T06:54:56.813" v="977" actId="20577"/>
        <pc:sldMkLst>
          <pc:docMk/>
          <pc:sldMk cId="3532905197" sldId="3198"/>
        </pc:sldMkLst>
        <pc:spChg chg="mod">
          <ac:chgData name="Kawate, Ryosuke" userId="bd3f999a-ef36-4acf-a01a-fb89da38caab" providerId="ADAL" clId="{9D11C636-76D2-4446-B587-92E60B93B355}" dt="2026-04-06T06:54:56.813" v="977" actId="20577"/>
          <ac:spMkLst>
            <pc:docMk/>
            <pc:sldMk cId="3532905197" sldId="3198"/>
            <ac:spMk id="5" creationId="{EAB45716-54E0-ED19-D602-819A5F0D192E}"/>
          </ac:spMkLst>
        </pc:spChg>
      </pc:sldChg>
      <pc:sldChg chg="addSp delSp modSp mod modCm">
        <pc:chgData name="Kawate, Ryosuke" userId="bd3f999a-ef36-4acf-a01a-fb89da38caab" providerId="ADAL" clId="{9D11C636-76D2-4446-B587-92E60B93B355}" dt="2026-04-06T10:32:18.571" v="1926" actId="20577"/>
        <pc:sldMkLst>
          <pc:docMk/>
          <pc:sldMk cId="2260640080" sldId="3199"/>
        </pc:sldMkLst>
        <pc:spChg chg="mod">
          <ac:chgData name="Kawate, Ryosuke" userId="bd3f999a-ef36-4acf-a01a-fb89da38caab" providerId="ADAL" clId="{9D11C636-76D2-4446-B587-92E60B93B355}" dt="2026-04-06T10:32:18.571" v="1926" actId="20577"/>
          <ac:spMkLst>
            <pc:docMk/>
            <pc:sldMk cId="2260640080" sldId="3199"/>
            <ac:spMk id="2" creationId="{1B103A66-9034-744C-8AA4-C77855DA876F}"/>
          </ac:spMkLst>
        </pc:spChg>
        <pc:spChg chg="mod">
          <ac:chgData name="Kawate, Ryosuke" userId="bd3f999a-ef36-4acf-a01a-fb89da38caab" providerId="ADAL" clId="{9D11C636-76D2-4446-B587-92E60B93B355}" dt="2026-04-06T09:19:24.406" v="1923" actId="115"/>
          <ac:spMkLst>
            <pc:docMk/>
            <pc:sldMk cId="2260640080" sldId="3199"/>
            <ac:spMk id="4" creationId="{FBF2AE10-44A2-A775-3719-94A3C42D7187}"/>
          </ac:spMkLst>
        </pc:spChg>
        <pc:spChg chg="add mod">
          <ac:chgData name="Kawate, Ryosuke" userId="bd3f999a-ef36-4acf-a01a-fb89da38caab" providerId="ADAL" clId="{9D11C636-76D2-4446-B587-92E60B93B355}" dt="2026-04-06T07:34:22.987" v="1213" actId="1582"/>
          <ac:spMkLst>
            <pc:docMk/>
            <pc:sldMk cId="2260640080" sldId="3199"/>
            <ac:spMk id="6" creationId="{D33E1F87-A0E4-E891-2B4E-063D062BDE3E}"/>
          </ac:spMkLst>
        </pc:spChg>
        <pc:spChg chg="mod">
          <ac:chgData name="Kawate, Ryosuke" userId="bd3f999a-ef36-4acf-a01a-fb89da38caab" providerId="ADAL" clId="{9D11C636-76D2-4446-B587-92E60B93B355}" dt="2026-04-06T07:48:44.080" v="1817" actId="14100"/>
          <ac:spMkLst>
            <pc:docMk/>
            <pc:sldMk cId="2260640080" sldId="3199"/>
            <ac:spMk id="7" creationId="{93FDF582-1AC9-3946-A41E-28FF0A7145C7}"/>
          </ac:spMkLst>
        </pc:spChg>
        <pc:spChg chg="mod">
          <ac:chgData name="Kawate, Ryosuke" userId="bd3f999a-ef36-4acf-a01a-fb89da38caab" providerId="ADAL" clId="{9D11C636-76D2-4446-B587-92E60B93B355}" dt="2026-04-06T07:48:55.192" v="1818" actId="1076"/>
          <ac:spMkLst>
            <pc:docMk/>
            <pc:sldMk cId="2260640080" sldId="3199"/>
            <ac:spMk id="11" creationId="{D8F83280-BB2C-89AD-251E-AB05D77121A9}"/>
          </ac:spMkLst>
        </pc:spChg>
        <pc:picChg chg="add mod ord">
          <ac:chgData name="Kawate, Ryosuke" userId="bd3f999a-ef36-4acf-a01a-fb89da38caab" providerId="ADAL" clId="{9D11C636-76D2-4446-B587-92E60B93B355}" dt="2026-04-06T07:36:52.948" v="1222" actId="1076"/>
          <ac:picMkLst>
            <pc:docMk/>
            <pc:sldMk cId="2260640080" sldId="3199"/>
            <ac:picMk id="9" creationId="{3584A18C-88B7-B4B5-560D-FA8423F1B618}"/>
          </ac:picMkLst>
        </pc:picChg>
        <pc:extLst>
          <p:ext xmlns:p="http://schemas.openxmlformats.org/presentationml/2006/main" uri="{D6D511B9-2390-475A-947B-AFAB55BFBCF1}">
            <pc226:cmChg xmlns:pc226="http://schemas.microsoft.com/office/powerpoint/2022/06/main/command" chg="mod">
              <pc226:chgData name="Kawate, Ryosuke" userId="bd3f999a-ef36-4acf-a01a-fb89da38caab" providerId="ADAL" clId="{9D11C636-76D2-4446-B587-92E60B93B355}" dt="2026-04-06T07:47:00.365" v="1807" actId="20577"/>
              <pc2:cmMkLst xmlns:pc2="http://schemas.microsoft.com/office/powerpoint/2019/9/main/command">
                <pc:docMk/>
                <pc:sldMk cId="2260640080" sldId="3199"/>
                <pc2:cmMk id="{E502EE46-B8EE-4871-A0E2-FCBEFCD118CF}"/>
              </pc2:cmMkLst>
            </pc226:cmChg>
            <pc226:cmChg xmlns:pc226="http://schemas.microsoft.com/office/powerpoint/2022/06/main/command" chg="mod">
              <pc226:chgData name="Kawate, Ryosuke" userId="bd3f999a-ef36-4acf-a01a-fb89da38caab" providerId="ADAL" clId="{9D11C636-76D2-4446-B587-92E60B93B355}" dt="2026-04-06T09:18:54.780" v="1921" actId="20577"/>
              <pc2:cmMkLst xmlns:pc2="http://schemas.microsoft.com/office/powerpoint/2019/9/main/command">
                <pc:docMk/>
                <pc:sldMk cId="2260640080" sldId="3199"/>
                <pc2:cmMk id="{26186880-584B-4B2C-AD29-1EDD055C901B}"/>
              </pc2:cmMkLst>
            </pc226:cmChg>
            <pc226:cmChg xmlns:pc226="http://schemas.microsoft.com/office/powerpoint/2022/06/main/command" chg="mod">
              <pc226:chgData name="Kawate, Ryosuke" userId="bd3f999a-ef36-4acf-a01a-fb89da38caab" providerId="ADAL" clId="{9D11C636-76D2-4446-B587-92E60B93B355}" dt="2026-04-06T07:30:38.411" v="1199" actId="20577"/>
              <pc2:cmMkLst xmlns:pc2="http://schemas.microsoft.com/office/powerpoint/2019/9/main/command">
                <pc:docMk/>
                <pc:sldMk cId="2260640080" sldId="3199"/>
                <pc2:cmMk id="{E8BF34AC-7787-40AE-8306-1A7E1B9B125F}"/>
              </pc2:cmMkLst>
            </pc226:cmChg>
            <pc226:cmChg xmlns:pc226="http://schemas.microsoft.com/office/powerpoint/2022/06/main/command" chg="mod">
              <pc226:chgData name="Kawate, Ryosuke" userId="bd3f999a-ef36-4acf-a01a-fb89da38caab" providerId="ADAL" clId="{9D11C636-76D2-4446-B587-92E60B93B355}" dt="2026-04-06T07:47:00.365" v="1807" actId="20577"/>
              <pc2:cmMkLst xmlns:pc2="http://schemas.microsoft.com/office/powerpoint/2019/9/main/command">
                <pc:docMk/>
                <pc:sldMk cId="2260640080" sldId="3199"/>
                <pc2:cmMk id="{392D88BB-AAB3-4BEA-A925-39E7B70E5A02}"/>
              </pc2:cmMkLst>
            </pc226:cmChg>
            <pc226:cmChg xmlns:pc226="http://schemas.microsoft.com/office/powerpoint/2022/06/main/command" chg="mod">
              <pc226:chgData name="Kawate, Ryosuke" userId="bd3f999a-ef36-4acf-a01a-fb89da38caab" providerId="ADAL" clId="{9D11C636-76D2-4446-B587-92E60B93B355}" dt="2026-04-06T09:18:54.780" v="1921" actId="20577"/>
              <pc2:cmMkLst xmlns:pc2="http://schemas.microsoft.com/office/powerpoint/2019/9/main/command">
                <pc:docMk/>
                <pc:sldMk cId="2260640080" sldId="3199"/>
                <pc2:cmMk id="{FF4374EF-5208-4ADE-9881-008A0544CA04}"/>
              </pc2:cmMkLst>
            </pc226:cmChg>
          </p:ext>
        </pc:extLst>
      </pc:sldChg>
      <pc:sldChg chg="ord">
        <pc:chgData name="Kawate, Ryosuke" userId="bd3f999a-ef36-4acf-a01a-fb89da38caab" providerId="ADAL" clId="{9D11C636-76D2-4446-B587-92E60B93B355}" dt="2026-04-06T06:49:01.183" v="822"/>
        <pc:sldMkLst>
          <pc:docMk/>
          <pc:sldMk cId="4168574068" sldId="3201"/>
        </pc:sldMkLst>
      </pc:sldChg>
      <pc:sldChg chg="modSp mod">
        <pc:chgData name="Kawate, Ryosuke" userId="bd3f999a-ef36-4acf-a01a-fb89da38caab" providerId="ADAL" clId="{9D11C636-76D2-4446-B587-92E60B93B355}" dt="2026-04-06T10:32:22.742" v="1928" actId="20577"/>
        <pc:sldMkLst>
          <pc:docMk/>
          <pc:sldMk cId="3032007353" sldId="3202"/>
        </pc:sldMkLst>
        <pc:spChg chg="mod">
          <ac:chgData name="Kawate, Ryosuke" userId="bd3f999a-ef36-4acf-a01a-fb89da38caab" providerId="ADAL" clId="{9D11C636-76D2-4446-B587-92E60B93B355}" dt="2026-04-06T10:32:22.742" v="1928" actId="20577"/>
          <ac:spMkLst>
            <pc:docMk/>
            <pc:sldMk cId="3032007353" sldId="3202"/>
            <ac:spMk id="2" creationId="{A91D4351-E730-338E-B89D-FDD7CDCBCDD0}"/>
          </ac:spMkLst>
        </pc:spChg>
        <pc:spChg chg="mod">
          <ac:chgData name="Kawate, Ryosuke" userId="bd3f999a-ef36-4acf-a01a-fb89da38caab" providerId="ADAL" clId="{9D11C636-76D2-4446-B587-92E60B93B355}" dt="2026-04-06T10:31:43.827" v="1924" actId="20577"/>
          <ac:spMkLst>
            <pc:docMk/>
            <pc:sldMk cId="3032007353" sldId="3202"/>
            <ac:spMk id="4" creationId="{BBAB8E55-F5D6-8260-E2B8-E7A243CCC1B3}"/>
          </ac:spMkLst>
        </pc:spChg>
        <pc:spChg chg="mod">
          <ac:chgData name="Kawate, Ryosuke" userId="bd3f999a-ef36-4acf-a01a-fb89da38caab" providerId="ADAL" clId="{9D11C636-76D2-4446-B587-92E60B93B355}" dt="2026-04-06T07:48:28.843" v="1816" actId="20577"/>
          <ac:spMkLst>
            <pc:docMk/>
            <pc:sldMk cId="3032007353" sldId="3202"/>
            <ac:spMk id="6" creationId="{BB494A8D-379E-395B-9ABC-92867DFB5A40}"/>
          </ac:spMkLst>
        </pc:spChg>
      </pc:sldChg>
      <pc:sldChg chg="modSp mod">
        <pc:chgData name="Kawate, Ryosuke" userId="bd3f999a-ef36-4acf-a01a-fb89da38caab" providerId="ADAL" clId="{9D11C636-76D2-4446-B587-92E60B93B355}" dt="2026-04-06T10:32:31.883" v="1936" actId="20577"/>
        <pc:sldMkLst>
          <pc:docMk/>
          <pc:sldMk cId="2297001845" sldId="3203"/>
        </pc:sldMkLst>
        <pc:spChg chg="mod">
          <ac:chgData name="Kawate, Ryosuke" userId="bd3f999a-ef36-4acf-a01a-fb89da38caab" providerId="ADAL" clId="{9D11C636-76D2-4446-B587-92E60B93B355}" dt="2026-04-06T10:32:31.883" v="1936" actId="20577"/>
          <ac:spMkLst>
            <pc:docMk/>
            <pc:sldMk cId="2297001845" sldId="3203"/>
            <ac:spMk id="2" creationId="{300661E7-2D8A-9463-5FD8-B1CCC0D6B821}"/>
          </ac:spMkLst>
        </pc:spChg>
        <pc:spChg chg="mod">
          <ac:chgData name="Kawate, Ryosuke" userId="bd3f999a-ef36-4acf-a01a-fb89da38caab" providerId="ADAL" clId="{9D11C636-76D2-4446-B587-92E60B93B355}" dt="2026-04-06T05:19:28.617" v="764" actId="20577"/>
          <ac:spMkLst>
            <pc:docMk/>
            <pc:sldMk cId="2297001845" sldId="3203"/>
            <ac:spMk id="4" creationId="{C78F7E87-5BC8-BD02-E09E-D908AF64CFC4}"/>
          </ac:spMkLst>
        </pc:spChg>
      </pc:sldChg>
      <pc:sldChg chg="addSp delSp modSp mod">
        <pc:chgData name="Kawate, Ryosuke" userId="bd3f999a-ef36-4acf-a01a-fb89da38caab" providerId="ADAL" clId="{9D11C636-76D2-4446-B587-92E60B93B355}" dt="2026-04-06T11:19:51.071" v="2079" actId="1076"/>
        <pc:sldMkLst>
          <pc:docMk/>
          <pc:sldMk cId="3960205126" sldId="3206"/>
        </pc:sldMkLst>
        <pc:spChg chg="mod">
          <ac:chgData name="Kawate, Ryosuke" userId="bd3f999a-ef36-4acf-a01a-fb89da38caab" providerId="ADAL" clId="{9D11C636-76D2-4446-B587-92E60B93B355}" dt="2026-04-06T11:16:43.132" v="2012" actId="14100"/>
          <ac:spMkLst>
            <pc:docMk/>
            <pc:sldMk cId="3960205126" sldId="3206"/>
            <ac:spMk id="5" creationId="{72B815F8-C552-4745-3F4D-14D53AAAD615}"/>
          </ac:spMkLst>
        </pc:spChg>
        <pc:spChg chg="mod ord">
          <ac:chgData name="Kawate, Ryosuke" userId="bd3f999a-ef36-4acf-a01a-fb89da38caab" providerId="ADAL" clId="{9D11C636-76D2-4446-B587-92E60B93B355}" dt="2026-04-06T11:19:26.107" v="2039" actId="14100"/>
          <ac:spMkLst>
            <pc:docMk/>
            <pc:sldMk cId="3960205126" sldId="3206"/>
            <ac:spMk id="8" creationId="{BF2F9C91-EA77-C459-3842-77C9C1E55B20}"/>
          </ac:spMkLst>
        </pc:spChg>
        <pc:spChg chg="mod ord">
          <ac:chgData name="Kawate, Ryosuke" userId="bd3f999a-ef36-4acf-a01a-fb89da38caab" providerId="ADAL" clId="{9D11C636-76D2-4446-B587-92E60B93B355}" dt="2026-04-06T11:19:45.923" v="2078" actId="14100"/>
          <ac:spMkLst>
            <pc:docMk/>
            <pc:sldMk cId="3960205126" sldId="3206"/>
            <ac:spMk id="11" creationId="{8A6EAF91-C5DD-36F9-C8AF-64E159D1A9DC}"/>
          </ac:spMkLst>
        </pc:spChg>
        <pc:spChg chg="mod">
          <ac:chgData name="Kawate, Ryosuke" userId="bd3f999a-ef36-4acf-a01a-fb89da38caab" providerId="ADAL" clId="{9D11C636-76D2-4446-B587-92E60B93B355}" dt="2026-04-06T11:19:34.802" v="2074" actId="1076"/>
          <ac:spMkLst>
            <pc:docMk/>
            <pc:sldMk cId="3960205126" sldId="3206"/>
            <ac:spMk id="13" creationId="{E60ED876-4F32-B693-8B5C-1C680EB3C0FF}"/>
          </ac:spMkLst>
        </pc:spChg>
        <pc:spChg chg="mod">
          <ac:chgData name="Kawate, Ryosuke" userId="bd3f999a-ef36-4acf-a01a-fb89da38caab" providerId="ADAL" clId="{9D11C636-76D2-4446-B587-92E60B93B355}" dt="2026-04-06T11:19:51.071" v="2079" actId="1076"/>
          <ac:spMkLst>
            <pc:docMk/>
            <pc:sldMk cId="3960205126" sldId="3206"/>
            <ac:spMk id="14" creationId="{AF318AF6-D817-7977-F154-DDF6D29F7DCC}"/>
          </ac:spMkLst>
        </pc:spChg>
        <pc:picChg chg="add mod">
          <ac:chgData name="Kawate, Ryosuke" userId="bd3f999a-ef36-4acf-a01a-fb89da38caab" providerId="ADAL" clId="{9D11C636-76D2-4446-B587-92E60B93B355}" dt="2026-04-06T11:19:31.222" v="2073" actId="1037"/>
          <ac:picMkLst>
            <pc:docMk/>
            <pc:sldMk cId="3960205126" sldId="3206"/>
            <ac:picMk id="20" creationId="{230D05CF-F088-6E27-917A-DE2F731B3045}"/>
          </ac:picMkLst>
        </pc:picChg>
        <pc:picChg chg="add mod">
          <ac:chgData name="Kawate, Ryosuke" userId="bd3f999a-ef36-4acf-a01a-fb89da38caab" providerId="ADAL" clId="{9D11C636-76D2-4446-B587-92E60B93B355}" dt="2026-04-06T11:19:00.749" v="2019" actId="1076"/>
          <ac:picMkLst>
            <pc:docMk/>
            <pc:sldMk cId="3960205126" sldId="3206"/>
            <ac:picMk id="22" creationId="{4C595B63-9DBF-CA4F-D400-F6F3395FBC8E}"/>
          </ac:picMkLst>
        </pc:picChg>
      </pc:sldChg>
      <pc:sldChg chg="addSp modSp mod modCm">
        <pc:chgData name="Kawate, Ryosuke" userId="bd3f999a-ef36-4acf-a01a-fb89da38caab" providerId="ADAL" clId="{9D11C636-76D2-4446-B587-92E60B93B355}" dt="2026-04-06T10:32:27.689" v="1932" actId="20577"/>
        <pc:sldMkLst>
          <pc:docMk/>
          <pc:sldMk cId="1002871192" sldId="3210"/>
        </pc:sldMkLst>
        <pc:spChg chg="mod">
          <ac:chgData name="Kawate, Ryosuke" userId="bd3f999a-ef36-4acf-a01a-fb89da38caab" providerId="ADAL" clId="{9D11C636-76D2-4446-B587-92E60B93B355}" dt="2026-04-06T10:32:27.689" v="1932" actId="20577"/>
          <ac:spMkLst>
            <pc:docMk/>
            <pc:sldMk cId="1002871192" sldId="3210"/>
            <ac:spMk id="2" creationId="{23935783-C2C9-DF56-8B36-A9E8195B1ECD}"/>
          </ac:spMkLst>
        </pc:spChg>
        <pc:spChg chg="mod">
          <ac:chgData name="Kawate, Ryosuke" userId="bd3f999a-ef36-4acf-a01a-fb89da38caab" providerId="ADAL" clId="{9D11C636-76D2-4446-B587-92E60B93B355}" dt="2026-04-06T07:51:47.349" v="1895" actId="20577"/>
          <ac:spMkLst>
            <pc:docMk/>
            <pc:sldMk cId="1002871192" sldId="3210"/>
            <ac:spMk id="4" creationId="{892B8A69-28B8-9543-1CCB-A3F3E056B60C}"/>
          </ac:spMkLst>
        </pc:spChg>
        <pc:spChg chg="add mod">
          <ac:chgData name="Kawate, Ryosuke" userId="bd3f999a-ef36-4acf-a01a-fb89da38caab" providerId="ADAL" clId="{9D11C636-76D2-4446-B587-92E60B93B355}" dt="2026-04-06T07:51:20.656" v="1891" actId="14100"/>
          <ac:spMkLst>
            <pc:docMk/>
            <pc:sldMk cId="1002871192" sldId="3210"/>
            <ac:spMk id="6" creationId="{2964BFEC-FA09-088B-D470-2BED24E9AFCA}"/>
          </ac:spMkLst>
        </pc:spChg>
        <pc:picChg chg="add mod">
          <ac:chgData name="Kawate, Ryosuke" userId="bd3f999a-ef36-4acf-a01a-fb89da38caab" providerId="ADAL" clId="{9D11C636-76D2-4446-B587-92E60B93B355}" dt="2026-04-06T07:50:52.320" v="1887" actId="14100"/>
          <ac:picMkLst>
            <pc:docMk/>
            <pc:sldMk cId="1002871192" sldId="3210"/>
            <ac:picMk id="5" creationId="{7108627A-C5CD-D4FB-E44A-E225DA6C8E73}"/>
          </ac:picMkLst>
        </pc:picChg>
        <pc:extLst>
          <p:ext xmlns:p="http://schemas.openxmlformats.org/presentationml/2006/main" uri="{D6D511B9-2390-475A-947B-AFAB55BFBCF1}">
            <pc226:cmChg xmlns:pc226="http://schemas.microsoft.com/office/powerpoint/2022/06/main/command" chg="mod">
              <pc226:chgData name="Kawate, Ryosuke" userId="bd3f999a-ef36-4acf-a01a-fb89da38caab" providerId="ADAL" clId="{9D11C636-76D2-4446-B587-92E60B93B355}" dt="2026-04-06T07:51:23.395" v="1894" actId="20577"/>
              <pc2:cmMkLst xmlns:pc2="http://schemas.microsoft.com/office/powerpoint/2019/9/main/command">
                <pc:docMk/>
                <pc:sldMk cId="1002871192" sldId="3210"/>
                <pc2:cmMk id="{B1CE64F0-E53B-4249-BB66-68CC10CED75A}"/>
              </pc2:cmMkLst>
            </pc226:cmChg>
          </p:ext>
        </pc:ext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3" y="9"/>
            <a:ext cx="4306736" cy="718309"/>
          </a:xfrm>
          <a:prstGeom prst="rect">
            <a:avLst/>
          </a:prstGeom>
        </p:spPr>
        <p:txBody>
          <a:bodyPr vert="horz" lIns="132578" tIns="66288" rIns="132578" bIns="66288" rtlCol="0"/>
          <a:lstStyle>
            <a:lvl1pPr algn="l">
              <a:defRPr sz="1700">
                <a:ea typeface="ＭＳ Ｐゴシック" charset="-128"/>
              </a:defRPr>
            </a:lvl1pPr>
          </a:lstStyle>
          <a:p>
            <a:pPr>
              <a:defRPr/>
            </a:pPr>
            <a:endParaRPr lang="ja-JP" altLang="en-US">
              <a:latin typeface="Meiryo UI" panose="020B0604030504040204" pitchFamily="50" charset="-128"/>
            </a:endParaRPr>
          </a:p>
        </p:txBody>
      </p:sp>
      <p:sp>
        <p:nvSpPr>
          <p:cNvPr id="3" name="日付プレースホルダ 2"/>
          <p:cNvSpPr>
            <a:spLocks noGrp="1"/>
          </p:cNvSpPr>
          <p:nvPr>
            <p:ph type="dt" sz="quarter" idx="1"/>
          </p:nvPr>
        </p:nvSpPr>
        <p:spPr>
          <a:xfrm>
            <a:off x="5630297" y="9"/>
            <a:ext cx="4306736" cy="718309"/>
          </a:xfrm>
          <a:prstGeom prst="rect">
            <a:avLst/>
          </a:prstGeom>
        </p:spPr>
        <p:txBody>
          <a:bodyPr vert="horz" lIns="132578" tIns="66288" rIns="132578" bIns="66288" rtlCol="0"/>
          <a:lstStyle>
            <a:lvl1pPr algn="r">
              <a:defRPr sz="1700">
                <a:ea typeface="ＭＳ Ｐゴシック" charset="-128"/>
              </a:defRPr>
            </a:lvl1pPr>
          </a:lstStyle>
          <a:p>
            <a:pPr>
              <a:defRPr/>
            </a:pPr>
            <a:fld id="{6EAB6EA4-F163-4463-8842-3C2DB1DC4803}" type="datetimeFigureOut">
              <a:rPr lang="ja-JP" altLang="en-US">
                <a:latin typeface="Meiryo UI" panose="020B0604030504040204" pitchFamily="50" charset="-128"/>
              </a:rPr>
              <a:pPr>
                <a:defRPr/>
              </a:pPr>
              <a:t>2026/4/9</a:t>
            </a:fld>
            <a:endParaRPr lang="ja-JP" altLang="en-US">
              <a:latin typeface="Meiryo UI" panose="020B0604030504040204" pitchFamily="50" charset="-128"/>
            </a:endParaRPr>
          </a:p>
        </p:txBody>
      </p:sp>
      <p:sp>
        <p:nvSpPr>
          <p:cNvPr id="4" name="フッター プレースホルダ 3"/>
          <p:cNvSpPr>
            <a:spLocks noGrp="1"/>
          </p:cNvSpPr>
          <p:nvPr>
            <p:ph type="ftr" sz="quarter" idx="2"/>
          </p:nvPr>
        </p:nvSpPr>
        <p:spPr>
          <a:xfrm>
            <a:off x="13" y="13647863"/>
            <a:ext cx="4306736" cy="718307"/>
          </a:xfrm>
          <a:prstGeom prst="rect">
            <a:avLst/>
          </a:prstGeom>
        </p:spPr>
        <p:txBody>
          <a:bodyPr vert="horz" lIns="132578" tIns="66288" rIns="132578" bIns="66288" rtlCol="0" anchor="b"/>
          <a:lstStyle>
            <a:lvl1pPr algn="l">
              <a:defRPr sz="1700">
                <a:ea typeface="ＭＳ Ｐゴシック" charset="-128"/>
              </a:defRPr>
            </a:lvl1pPr>
          </a:lstStyle>
          <a:p>
            <a:pPr>
              <a:defRPr/>
            </a:pPr>
            <a:endParaRPr lang="ja-JP" altLang="en-US">
              <a:latin typeface="Meiryo UI" panose="020B0604030504040204" pitchFamily="50" charset="-128"/>
            </a:endParaRPr>
          </a:p>
        </p:txBody>
      </p:sp>
      <p:sp>
        <p:nvSpPr>
          <p:cNvPr id="5" name="スライド番号プレースホルダ 4"/>
          <p:cNvSpPr>
            <a:spLocks noGrp="1"/>
          </p:cNvSpPr>
          <p:nvPr>
            <p:ph type="sldNum" sz="quarter" idx="3"/>
          </p:nvPr>
        </p:nvSpPr>
        <p:spPr>
          <a:xfrm>
            <a:off x="5630297" y="13647863"/>
            <a:ext cx="4306736" cy="718307"/>
          </a:xfrm>
          <a:prstGeom prst="rect">
            <a:avLst/>
          </a:prstGeom>
        </p:spPr>
        <p:txBody>
          <a:bodyPr vert="horz" lIns="132578" tIns="66288" rIns="132578" bIns="66288" rtlCol="0" anchor="b"/>
          <a:lstStyle>
            <a:lvl1pPr algn="r">
              <a:defRPr sz="1700">
                <a:ea typeface="ＭＳ Ｐゴシック" charset="-128"/>
              </a:defRPr>
            </a:lvl1pPr>
          </a:lstStyle>
          <a:p>
            <a:pPr>
              <a:defRPr/>
            </a:pPr>
            <a:fld id="{967F43C9-8BBB-4748-A386-AAB6EEF24943}" type="slidenum">
              <a:rPr lang="ja-JP" altLang="en-US">
                <a:latin typeface="Meiryo UI" panose="020B0604030504040204" pitchFamily="50" charset="-128"/>
              </a:rPr>
              <a:pPr>
                <a:defRPr/>
              </a:pPr>
              <a:t>‹#›</a:t>
            </a:fld>
            <a:endParaRPr lang="ja-JP" altLang="en-US">
              <a:latin typeface="Meiryo UI" panose="020B0604030504040204" pitchFamily="50" charset="-128"/>
            </a:endParaRPr>
          </a:p>
        </p:txBody>
      </p:sp>
    </p:spTree>
    <p:extLst>
      <p:ext uri="{BB962C8B-B14F-4D97-AF65-F5344CB8AC3E}">
        <p14:creationId xmlns:p14="http://schemas.microsoft.com/office/powerpoint/2010/main" val="350656384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4525" userDrawn="1">
          <p15:clr>
            <a:srgbClr val="F26B43"/>
          </p15:clr>
        </p15:guide>
        <p15:guide id="2" pos="313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11" y="9"/>
            <a:ext cx="4304420" cy="718309"/>
          </a:xfrm>
          <a:prstGeom prst="rect">
            <a:avLst/>
          </a:prstGeom>
          <a:noFill/>
          <a:ln w="9525">
            <a:noFill/>
            <a:miter lim="800000"/>
            <a:headEnd/>
            <a:tailEnd/>
          </a:ln>
          <a:effectLst/>
        </p:spPr>
        <p:txBody>
          <a:bodyPr vert="horz" wrap="square" lIns="133691" tIns="66843" rIns="133691" bIns="66843" numCol="1" anchor="t" anchorCtr="0" compatLnSpc="1">
            <a:prstTxWarp prst="textNoShape">
              <a:avLst/>
            </a:prstTxWarp>
          </a:bodyPr>
          <a:lstStyle>
            <a:lvl1pPr algn="l" defTabSz="1336592" hangingPunct="1">
              <a:lnSpc>
                <a:spcPct val="100000"/>
              </a:lnSpc>
              <a:spcBef>
                <a:spcPct val="0"/>
              </a:spcBef>
              <a:defRPr kumimoji="1" sz="1700">
                <a:latin typeface="Arial" charset="0"/>
                <a:ea typeface="ＭＳ Ｐゴシック" pitchFamily="50" charset="-128"/>
              </a:defRPr>
            </a:lvl1pPr>
          </a:lstStyle>
          <a:p>
            <a:pPr>
              <a:defRPr/>
            </a:pPr>
            <a:endParaRPr lang="en-US" altLang="ja-JP"/>
          </a:p>
        </p:txBody>
      </p:sp>
      <p:sp>
        <p:nvSpPr>
          <p:cNvPr id="4099" name="Rectangle 3"/>
          <p:cNvSpPr>
            <a:spLocks noGrp="1" noChangeArrowheads="1"/>
          </p:cNvSpPr>
          <p:nvPr>
            <p:ph type="dt" idx="1"/>
          </p:nvPr>
        </p:nvSpPr>
        <p:spPr bwMode="auto">
          <a:xfrm>
            <a:off x="5630297" y="9"/>
            <a:ext cx="4306736" cy="718309"/>
          </a:xfrm>
          <a:prstGeom prst="rect">
            <a:avLst/>
          </a:prstGeom>
          <a:noFill/>
          <a:ln w="9525">
            <a:noFill/>
            <a:miter lim="800000"/>
            <a:headEnd/>
            <a:tailEnd/>
          </a:ln>
          <a:effectLst/>
        </p:spPr>
        <p:txBody>
          <a:bodyPr vert="horz" wrap="square" lIns="133691" tIns="66843" rIns="133691" bIns="66843" numCol="1" anchor="t" anchorCtr="0" compatLnSpc="1">
            <a:prstTxWarp prst="textNoShape">
              <a:avLst/>
            </a:prstTxWarp>
          </a:bodyPr>
          <a:lstStyle>
            <a:lvl1pPr algn="r" defTabSz="1336592" hangingPunct="1">
              <a:lnSpc>
                <a:spcPct val="100000"/>
              </a:lnSpc>
              <a:spcBef>
                <a:spcPct val="0"/>
              </a:spcBef>
              <a:defRPr kumimoji="1" sz="1700">
                <a:latin typeface="Arial" charset="0"/>
                <a:ea typeface="ＭＳ Ｐゴシック" pitchFamily="50" charset="-128"/>
              </a:defRPr>
            </a:lvl1pPr>
          </a:lstStyle>
          <a:p>
            <a:pPr>
              <a:defRPr/>
            </a:pPr>
            <a:endParaRPr lang="en-US" altLang="ja-JP"/>
          </a:p>
        </p:txBody>
      </p:sp>
      <p:sp>
        <p:nvSpPr>
          <p:cNvPr id="106500" name="Rectangle 4"/>
          <p:cNvSpPr>
            <a:spLocks noGrp="1" noRot="1" noChangeAspect="1" noChangeArrowheads="1" noTextEdit="1"/>
          </p:cNvSpPr>
          <p:nvPr>
            <p:ph type="sldImg" idx="2"/>
          </p:nvPr>
        </p:nvSpPr>
        <p:spPr bwMode="auto">
          <a:xfrm>
            <a:off x="1077913" y="1077913"/>
            <a:ext cx="7783512" cy="5387975"/>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92087" y="6825089"/>
            <a:ext cx="7955178" cy="6467070"/>
          </a:xfrm>
          <a:prstGeom prst="rect">
            <a:avLst/>
          </a:prstGeom>
          <a:noFill/>
          <a:ln w="9525">
            <a:noFill/>
            <a:miter lim="800000"/>
            <a:headEnd/>
            <a:tailEnd/>
          </a:ln>
          <a:effectLst/>
        </p:spPr>
        <p:txBody>
          <a:bodyPr vert="horz" wrap="square" lIns="133691" tIns="66843" rIns="133691" bIns="66843"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4102" name="Rectangle 6"/>
          <p:cNvSpPr>
            <a:spLocks noGrp="1" noChangeArrowheads="1"/>
          </p:cNvSpPr>
          <p:nvPr>
            <p:ph type="ftr" sz="quarter" idx="4"/>
          </p:nvPr>
        </p:nvSpPr>
        <p:spPr bwMode="auto">
          <a:xfrm>
            <a:off x="11" y="13647863"/>
            <a:ext cx="4304420" cy="718307"/>
          </a:xfrm>
          <a:prstGeom prst="rect">
            <a:avLst/>
          </a:prstGeom>
          <a:noFill/>
          <a:ln w="9525">
            <a:noFill/>
            <a:miter lim="800000"/>
            <a:headEnd/>
            <a:tailEnd/>
          </a:ln>
          <a:effectLst/>
        </p:spPr>
        <p:txBody>
          <a:bodyPr vert="horz" wrap="square" lIns="133691" tIns="66843" rIns="133691" bIns="66843" numCol="1" anchor="b" anchorCtr="0" compatLnSpc="1">
            <a:prstTxWarp prst="textNoShape">
              <a:avLst/>
            </a:prstTxWarp>
          </a:bodyPr>
          <a:lstStyle>
            <a:lvl1pPr algn="l" defTabSz="1336592" hangingPunct="1">
              <a:lnSpc>
                <a:spcPct val="100000"/>
              </a:lnSpc>
              <a:spcBef>
                <a:spcPct val="0"/>
              </a:spcBef>
              <a:defRPr kumimoji="1" sz="1700">
                <a:latin typeface="Arial" charset="0"/>
                <a:ea typeface="ＭＳ Ｐゴシック" pitchFamily="50" charset="-128"/>
              </a:defRPr>
            </a:lvl1pPr>
          </a:lstStyle>
          <a:p>
            <a:pPr>
              <a:defRPr/>
            </a:pPr>
            <a:endParaRPr lang="en-US" altLang="ja-JP"/>
          </a:p>
        </p:txBody>
      </p:sp>
      <p:sp>
        <p:nvSpPr>
          <p:cNvPr id="4103" name="Rectangle 7"/>
          <p:cNvSpPr>
            <a:spLocks noGrp="1" noChangeArrowheads="1"/>
          </p:cNvSpPr>
          <p:nvPr>
            <p:ph type="sldNum" sz="quarter" idx="5"/>
          </p:nvPr>
        </p:nvSpPr>
        <p:spPr bwMode="auto">
          <a:xfrm>
            <a:off x="5630297" y="13647863"/>
            <a:ext cx="4306736" cy="718307"/>
          </a:xfrm>
          <a:prstGeom prst="rect">
            <a:avLst/>
          </a:prstGeom>
          <a:noFill/>
          <a:ln w="9525">
            <a:noFill/>
            <a:miter lim="800000"/>
            <a:headEnd/>
            <a:tailEnd/>
          </a:ln>
          <a:effectLst/>
        </p:spPr>
        <p:txBody>
          <a:bodyPr vert="horz" wrap="square" lIns="133691" tIns="66843" rIns="133691" bIns="66843" numCol="1" anchor="b" anchorCtr="0" compatLnSpc="1">
            <a:prstTxWarp prst="textNoShape">
              <a:avLst/>
            </a:prstTxWarp>
          </a:bodyPr>
          <a:lstStyle>
            <a:lvl1pPr algn="r" defTabSz="1336592" hangingPunct="1">
              <a:lnSpc>
                <a:spcPct val="100000"/>
              </a:lnSpc>
              <a:spcBef>
                <a:spcPct val="0"/>
              </a:spcBef>
              <a:defRPr kumimoji="1" sz="1700">
                <a:latin typeface="Arial" charset="0"/>
                <a:ea typeface="ＭＳ Ｐゴシック" pitchFamily="50" charset="-128"/>
              </a:defRPr>
            </a:lvl1pPr>
          </a:lstStyle>
          <a:p>
            <a:pPr>
              <a:defRPr/>
            </a:pPr>
            <a:fld id="{1A042D3D-A474-4006-8245-DBE8A187AC66}" type="slidenum">
              <a:rPr lang="en-US" altLang="ja-JP"/>
              <a:pPr>
                <a:defRPr/>
              </a:pPr>
              <a:t>‹#›</a:t>
            </a:fld>
            <a:endParaRPr lang="en-US" altLang="ja-JP"/>
          </a:p>
        </p:txBody>
      </p:sp>
    </p:spTree>
    <p:extLst>
      <p:ext uri="{BB962C8B-B14F-4D97-AF65-F5344CB8AC3E}">
        <p14:creationId xmlns:p14="http://schemas.microsoft.com/office/powerpoint/2010/main" val="296377279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1pPr>
    <a:lvl2pPr marL="388938"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2pPr>
    <a:lvl3pPr marL="777875"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3pPr>
    <a:lvl4pPr marL="1168400"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4pPr>
    <a:lvl5pPr marL="1557338" algn="l" rtl="0" eaLnBrk="0" fontAlgn="base" hangingPunct="0">
      <a:spcBef>
        <a:spcPct val="30000"/>
      </a:spcBef>
      <a:spcAft>
        <a:spcPct val="0"/>
      </a:spcAft>
      <a:defRPr kumimoji="1" sz="1000" kern="1200">
        <a:solidFill>
          <a:schemeClr val="tx1"/>
        </a:solidFill>
        <a:latin typeface="Arial" charset="0"/>
        <a:ea typeface="ＭＳ Ｐ明朝" pitchFamily="18" charset="-128"/>
        <a:cs typeface="+mn-cs"/>
      </a:defRPr>
    </a:lvl5pPr>
    <a:lvl6pPr marL="1948129" algn="l" defTabSz="779252" rtl="0" eaLnBrk="1" latinLnBrk="0" hangingPunct="1">
      <a:defRPr kumimoji="1" sz="1000" kern="1200">
        <a:solidFill>
          <a:schemeClr val="tx1"/>
        </a:solidFill>
        <a:latin typeface="+mn-lt"/>
        <a:ea typeface="+mn-ea"/>
        <a:cs typeface="+mn-cs"/>
      </a:defRPr>
    </a:lvl6pPr>
    <a:lvl7pPr marL="2337755" algn="l" defTabSz="779252" rtl="0" eaLnBrk="1" latinLnBrk="0" hangingPunct="1">
      <a:defRPr kumimoji="1" sz="1000" kern="1200">
        <a:solidFill>
          <a:schemeClr val="tx1"/>
        </a:solidFill>
        <a:latin typeface="+mn-lt"/>
        <a:ea typeface="+mn-ea"/>
        <a:cs typeface="+mn-cs"/>
      </a:defRPr>
    </a:lvl7pPr>
    <a:lvl8pPr marL="2727381" algn="l" defTabSz="779252" rtl="0" eaLnBrk="1" latinLnBrk="0" hangingPunct="1">
      <a:defRPr kumimoji="1" sz="1000" kern="1200">
        <a:solidFill>
          <a:schemeClr val="tx1"/>
        </a:solidFill>
        <a:latin typeface="+mn-lt"/>
        <a:ea typeface="+mn-ea"/>
        <a:cs typeface="+mn-cs"/>
      </a:defRPr>
    </a:lvl8pPr>
    <a:lvl9pPr marL="3117007" algn="l" defTabSz="779252" rtl="0" eaLnBrk="1" latinLnBrk="0" hangingPunct="1">
      <a:defRPr kumimoji="1"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pPr>
              <a:defRPr/>
            </a:pPr>
            <a:fld id="{1A042D3D-A474-4006-8245-DBE8A187AC66}" type="slidenum">
              <a:rPr lang="en-US" altLang="ja-JP" smtClean="0"/>
              <a:pPr>
                <a:defRPr/>
              </a:pPr>
              <a:t>1</a:t>
            </a:fld>
            <a:endParaRPr lang="en-US" altLang="ja-JP"/>
          </a:p>
        </p:txBody>
      </p:sp>
    </p:spTree>
    <p:extLst>
      <p:ext uri="{BB962C8B-B14F-4D97-AF65-F5344CB8AC3E}">
        <p14:creationId xmlns:p14="http://schemas.microsoft.com/office/powerpoint/2010/main" val="988436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A04B6-1AAF-1079-6051-8B85838DF1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405F623-00D2-3371-71EA-ADF0097FEA9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3764860-8198-CD1A-46EE-0BC6CBEC06F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F67D9C3F-6011-B0B3-5B9F-FC261E511C53}"/>
              </a:ext>
            </a:extLst>
          </p:cNvPr>
          <p:cNvSpPr>
            <a:spLocks noGrp="1"/>
          </p:cNvSpPr>
          <p:nvPr>
            <p:ph type="sldNum" sz="quarter" idx="5"/>
          </p:nvPr>
        </p:nvSpPr>
        <p:spPr/>
        <p:txBody>
          <a:bodyPr/>
          <a:lstStyle/>
          <a:p>
            <a:pPr>
              <a:defRPr/>
            </a:pPr>
            <a:fld id="{1A042D3D-A474-4006-8245-DBE8A187AC66}" type="slidenum">
              <a:rPr lang="en-US" altLang="ja-JP" smtClean="0"/>
              <a:pPr>
                <a:defRPr/>
              </a:pPr>
              <a:t>2</a:t>
            </a:fld>
            <a:endParaRPr lang="en-US" altLang="ja-JP"/>
          </a:p>
        </p:txBody>
      </p:sp>
    </p:spTree>
    <p:extLst>
      <p:ext uri="{BB962C8B-B14F-4D97-AF65-F5344CB8AC3E}">
        <p14:creationId xmlns:p14="http://schemas.microsoft.com/office/powerpoint/2010/main" val="44132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709613" y="744538"/>
            <a:ext cx="5378450" cy="3722687"/>
          </a:xfrm>
        </p:spPr>
      </p:sp>
      <p:sp>
        <p:nvSpPr>
          <p:cNvPr id="3" name="ノート プレースホルダー 2"/>
          <p:cNvSpPr>
            <a:spLocks noGrp="1"/>
          </p:cNvSpPr>
          <p:nvPr>
            <p:ph type="body" idx="1"/>
          </p:nvPr>
        </p:nvSpPr>
        <p:spPr/>
        <p:txBody>
          <a:bodyPr/>
          <a:lstStyle/>
          <a:p>
            <a:endParaRPr lang="en-US" altLang="ja-JP"/>
          </a:p>
        </p:txBody>
      </p:sp>
      <p:sp>
        <p:nvSpPr>
          <p:cNvPr id="4" name="スライド番号プレースホルダー 3"/>
          <p:cNvSpPr>
            <a:spLocks noGrp="1"/>
          </p:cNvSpPr>
          <p:nvPr>
            <p:ph type="sldNum" sz="quarter" idx="10"/>
          </p:nvPr>
        </p:nvSpPr>
        <p:spPr/>
        <p:txBody>
          <a:bodyPr/>
          <a:lstStyle/>
          <a:p>
            <a:pPr>
              <a:defRPr/>
            </a:pPr>
            <a:fld id="{1A042D3D-A474-4006-8245-DBE8A187AC66}" type="slidenum">
              <a:rPr lang="en-US" altLang="ja-JP" smtClean="0"/>
              <a:pPr>
                <a:defRPr/>
              </a:pPr>
              <a:t>3</a:t>
            </a:fld>
            <a:endParaRPr lang="en-US" altLang="ja-JP"/>
          </a:p>
        </p:txBody>
      </p:sp>
    </p:spTree>
    <p:extLst>
      <p:ext uri="{BB962C8B-B14F-4D97-AF65-F5344CB8AC3E}">
        <p14:creationId xmlns:p14="http://schemas.microsoft.com/office/powerpoint/2010/main" val="590650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6D8E7-DA10-7080-4D16-4F59CAD72D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3CE2D6-B5BD-A348-0D76-91322415ACB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886D44-67DB-B1B4-B47D-9A3C9C8D715E}"/>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FA26A30C-09C4-626A-F122-FEE1D206BC9B}"/>
              </a:ext>
            </a:extLst>
          </p:cNvPr>
          <p:cNvSpPr>
            <a:spLocks noGrp="1"/>
          </p:cNvSpPr>
          <p:nvPr>
            <p:ph type="sldNum" sz="quarter" idx="5"/>
          </p:nvPr>
        </p:nvSpPr>
        <p:spPr/>
        <p:txBody>
          <a:bodyPr/>
          <a:lstStyle/>
          <a:p>
            <a:pPr>
              <a:defRPr/>
            </a:pPr>
            <a:fld id="{1A042D3D-A474-4006-8245-DBE8A187AC66}" type="slidenum">
              <a:rPr lang="en-US" altLang="ja-JP" smtClean="0"/>
              <a:pPr>
                <a:defRPr/>
              </a:pPr>
              <a:t>4</a:t>
            </a:fld>
            <a:endParaRPr lang="en-US" altLang="ja-JP"/>
          </a:p>
        </p:txBody>
      </p:sp>
    </p:spTree>
    <p:extLst>
      <p:ext uri="{BB962C8B-B14F-4D97-AF65-F5344CB8AC3E}">
        <p14:creationId xmlns:p14="http://schemas.microsoft.com/office/powerpoint/2010/main" val="4144680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16EC6-DF49-ED97-F98E-FA87E360D61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ACD23F-BE10-DD25-D3BF-468B39123BA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5F48A17-3CF7-F4D2-AE86-4E60A5B0B417}"/>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957CE40F-312E-9072-4078-2C42D4AD93A6}"/>
              </a:ext>
            </a:extLst>
          </p:cNvPr>
          <p:cNvSpPr>
            <a:spLocks noGrp="1"/>
          </p:cNvSpPr>
          <p:nvPr>
            <p:ph type="sldNum" sz="quarter" idx="5"/>
          </p:nvPr>
        </p:nvSpPr>
        <p:spPr/>
        <p:txBody>
          <a:bodyPr/>
          <a:lstStyle/>
          <a:p>
            <a:pPr>
              <a:defRPr/>
            </a:pPr>
            <a:fld id="{1A042D3D-A474-4006-8245-DBE8A187AC66}" type="slidenum">
              <a:rPr lang="en-US" altLang="ja-JP" smtClean="0"/>
              <a:pPr>
                <a:defRPr/>
              </a:pPr>
              <a:t>5</a:t>
            </a:fld>
            <a:endParaRPr lang="en-US" altLang="ja-JP"/>
          </a:p>
        </p:txBody>
      </p:sp>
    </p:spTree>
    <p:extLst>
      <p:ext uri="{BB962C8B-B14F-4D97-AF65-F5344CB8AC3E}">
        <p14:creationId xmlns:p14="http://schemas.microsoft.com/office/powerpoint/2010/main" val="3614338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59F0E-7C01-2DF7-6933-BFEBEF1E6C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8BB938-E90E-B297-B7B6-DD8C984DAD8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A3A14D-C5B7-C7E5-A0E9-A6838A175F04}"/>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6D88B09-F690-BB7C-8AF8-FF409FC23112}"/>
              </a:ext>
            </a:extLst>
          </p:cNvPr>
          <p:cNvSpPr>
            <a:spLocks noGrp="1"/>
          </p:cNvSpPr>
          <p:nvPr>
            <p:ph type="sldNum" sz="quarter" idx="5"/>
          </p:nvPr>
        </p:nvSpPr>
        <p:spPr/>
        <p:txBody>
          <a:bodyPr/>
          <a:lstStyle/>
          <a:p>
            <a:pPr>
              <a:defRPr/>
            </a:pPr>
            <a:fld id="{1A042D3D-A474-4006-8245-DBE8A187AC66}" type="slidenum">
              <a:rPr lang="en-US" altLang="ja-JP" smtClean="0"/>
              <a:pPr>
                <a:defRPr/>
              </a:pPr>
              <a:t>6</a:t>
            </a:fld>
            <a:endParaRPr lang="en-US" altLang="ja-JP"/>
          </a:p>
        </p:txBody>
      </p:sp>
    </p:spTree>
    <p:extLst>
      <p:ext uri="{BB962C8B-B14F-4D97-AF65-F5344CB8AC3E}">
        <p14:creationId xmlns:p14="http://schemas.microsoft.com/office/powerpoint/2010/main" val="4112116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C1927-C2EB-2821-28AB-51BB2F589E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BA32AD-EA0B-F1F3-0A91-0ACB19A4E0B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9212C6-1850-3805-F5AD-0B35A5AF2E93}"/>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4999BE37-6D0A-3535-6B84-1ED86AE8BF8E}"/>
              </a:ext>
            </a:extLst>
          </p:cNvPr>
          <p:cNvSpPr>
            <a:spLocks noGrp="1"/>
          </p:cNvSpPr>
          <p:nvPr>
            <p:ph type="sldNum" sz="quarter" idx="5"/>
          </p:nvPr>
        </p:nvSpPr>
        <p:spPr/>
        <p:txBody>
          <a:bodyPr/>
          <a:lstStyle/>
          <a:p>
            <a:pPr>
              <a:defRPr/>
            </a:pPr>
            <a:fld id="{1A042D3D-A474-4006-8245-DBE8A187AC66}" type="slidenum">
              <a:rPr lang="en-US" altLang="ja-JP" smtClean="0"/>
              <a:pPr>
                <a:defRPr/>
              </a:pPr>
              <a:t>7</a:t>
            </a:fld>
            <a:endParaRPr lang="en-US" altLang="ja-JP"/>
          </a:p>
        </p:txBody>
      </p:sp>
    </p:spTree>
    <p:extLst>
      <p:ext uri="{BB962C8B-B14F-4D97-AF65-F5344CB8AC3E}">
        <p14:creationId xmlns:p14="http://schemas.microsoft.com/office/powerpoint/2010/main" val="1879186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22ED-3461-CE46-1E58-142401A220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68FE87-47EA-33E7-A2B0-5DF2180EE50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D6149E9-046D-35DF-03F2-1C5BC4447BB2}"/>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46DAC742-539A-3F5D-8EB2-3568D3B4AF0F}"/>
              </a:ext>
            </a:extLst>
          </p:cNvPr>
          <p:cNvSpPr>
            <a:spLocks noGrp="1"/>
          </p:cNvSpPr>
          <p:nvPr>
            <p:ph type="sldNum" sz="quarter" idx="5"/>
          </p:nvPr>
        </p:nvSpPr>
        <p:spPr/>
        <p:txBody>
          <a:bodyPr/>
          <a:lstStyle/>
          <a:p>
            <a:pPr>
              <a:defRPr/>
            </a:pPr>
            <a:fld id="{1A042D3D-A474-4006-8245-DBE8A187AC66}" type="slidenum">
              <a:rPr lang="en-US" altLang="ja-JP" smtClean="0"/>
              <a:pPr>
                <a:defRPr/>
              </a:pPr>
              <a:t>8</a:t>
            </a:fld>
            <a:endParaRPr lang="en-US" altLang="ja-JP"/>
          </a:p>
        </p:txBody>
      </p:sp>
    </p:spTree>
    <p:extLst>
      <p:ext uri="{BB962C8B-B14F-4D97-AF65-F5344CB8AC3E}">
        <p14:creationId xmlns:p14="http://schemas.microsoft.com/office/powerpoint/2010/main" val="3654146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CE39C-EDCD-A089-60D2-401DD954D0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9F5138D-C71E-24EB-2F64-48C3B6629E8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0650E80-9548-77AD-EE12-1C2D1E74F89A}"/>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9F9C56C7-4571-E6DD-3F97-F8453A1B7675}"/>
              </a:ext>
            </a:extLst>
          </p:cNvPr>
          <p:cNvSpPr>
            <a:spLocks noGrp="1"/>
          </p:cNvSpPr>
          <p:nvPr>
            <p:ph type="sldNum" sz="quarter" idx="5"/>
          </p:nvPr>
        </p:nvSpPr>
        <p:spPr/>
        <p:txBody>
          <a:bodyPr/>
          <a:lstStyle/>
          <a:p>
            <a:pPr>
              <a:defRPr/>
            </a:pPr>
            <a:fld id="{1A042D3D-A474-4006-8245-DBE8A187AC66}" type="slidenum">
              <a:rPr lang="en-US" altLang="ja-JP" smtClean="0"/>
              <a:pPr>
                <a:defRPr/>
              </a:pPr>
              <a:t>9</a:t>
            </a:fld>
            <a:endParaRPr lang="en-US" altLang="ja-JP"/>
          </a:p>
        </p:txBody>
      </p:sp>
    </p:spTree>
    <p:extLst>
      <p:ext uri="{BB962C8B-B14F-4D97-AF65-F5344CB8AC3E}">
        <p14:creationId xmlns:p14="http://schemas.microsoft.com/office/powerpoint/2010/main" val="2548074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32F29-9A9B-182E-50D9-BF0C2C41B5C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37499F-2A66-F367-2CF8-E52DFB9B7CF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7CDE8E-D23D-8AC2-46AF-02A3FAEB82B0}"/>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A4AC92BC-4289-3D34-5031-8FFF5BC3F988}"/>
              </a:ext>
            </a:extLst>
          </p:cNvPr>
          <p:cNvSpPr>
            <a:spLocks noGrp="1"/>
          </p:cNvSpPr>
          <p:nvPr>
            <p:ph type="sldNum" sz="quarter" idx="5"/>
          </p:nvPr>
        </p:nvSpPr>
        <p:spPr/>
        <p:txBody>
          <a:bodyPr/>
          <a:lstStyle/>
          <a:p>
            <a:pPr>
              <a:defRPr/>
            </a:pPr>
            <a:fld id="{1A042D3D-A474-4006-8245-DBE8A187AC66}" type="slidenum">
              <a:rPr lang="en-US" altLang="ja-JP" smtClean="0"/>
              <a:pPr>
                <a:defRPr/>
              </a:pPr>
              <a:t>10</a:t>
            </a:fld>
            <a:endParaRPr lang="en-US" altLang="ja-JP"/>
          </a:p>
        </p:txBody>
      </p:sp>
    </p:spTree>
    <p:extLst>
      <p:ext uri="{BB962C8B-B14F-4D97-AF65-F5344CB8AC3E}">
        <p14:creationId xmlns:p14="http://schemas.microsoft.com/office/powerpoint/2010/main" val="4077102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D9919-6CCF-1916-4BFE-0C004209ED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9D57DA-7994-81FC-29D6-E808E57A5C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AA50B3E-7547-4EF2-544B-E17273C2BE70}"/>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0FE31C3-27E7-8AA6-996F-6696F7FC7F4B}"/>
              </a:ext>
            </a:extLst>
          </p:cNvPr>
          <p:cNvSpPr>
            <a:spLocks noGrp="1"/>
          </p:cNvSpPr>
          <p:nvPr>
            <p:ph type="sldNum" sz="quarter" idx="5"/>
          </p:nvPr>
        </p:nvSpPr>
        <p:spPr/>
        <p:txBody>
          <a:bodyPr/>
          <a:lstStyle/>
          <a:p>
            <a:pPr>
              <a:defRPr/>
            </a:pPr>
            <a:fld id="{1A042D3D-A474-4006-8245-DBE8A187AC66}" type="slidenum">
              <a:rPr lang="en-US" altLang="ja-JP" smtClean="0"/>
              <a:pPr>
                <a:defRPr/>
              </a:pPr>
              <a:t>11</a:t>
            </a:fld>
            <a:endParaRPr lang="en-US" altLang="ja-JP"/>
          </a:p>
        </p:txBody>
      </p:sp>
    </p:spTree>
    <p:extLst>
      <p:ext uri="{BB962C8B-B14F-4D97-AF65-F5344CB8AC3E}">
        <p14:creationId xmlns:p14="http://schemas.microsoft.com/office/powerpoint/2010/main" val="4283320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CE50-CD6A-58CB-8086-6043EC7585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AA3006-803E-C01B-AFA8-AE1BEB79BC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35BB36-84AA-6D5C-701E-549104289857}"/>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48A7EACB-60C7-724C-3B4B-12B65B82080D}"/>
              </a:ext>
            </a:extLst>
          </p:cNvPr>
          <p:cNvSpPr>
            <a:spLocks noGrp="1"/>
          </p:cNvSpPr>
          <p:nvPr>
            <p:ph type="sldNum" sz="quarter" idx="5"/>
          </p:nvPr>
        </p:nvSpPr>
        <p:spPr/>
        <p:txBody>
          <a:bodyPr/>
          <a:lstStyle/>
          <a:p>
            <a:pPr>
              <a:defRPr/>
            </a:pPr>
            <a:fld id="{1A042D3D-A474-4006-8245-DBE8A187AC66}" type="slidenum">
              <a:rPr lang="en-US" altLang="ja-JP" smtClean="0"/>
              <a:pPr>
                <a:defRPr/>
              </a:pPr>
              <a:t>12</a:t>
            </a:fld>
            <a:endParaRPr lang="en-US" altLang="ja-JP"/>
          </a:p>
        </p:txBody>
      </p:sp>
    </p:spTree>
    <p:extLst>
      <p:ext uri="{BB962C8B-B14F-4D97-AF65-F5344CB8AC3E}">
        <p14:creationId xmlns:p14="http://schemas.microsoft.com/office/powerpoint/2010/main" val="405718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03280-B3F7-1AEC-1D2A-4F159D9B943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79CE29-F4AA-9C61-D7F2-FE34A12588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245EC36-01EE-1751-ADF5-3079B30F1A9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D828795F-425C-9527-180C-5A9446D73350}"/>
              </a:ext>
            </a:extLst>
          </p:cNvPr>
          <p:cNvSpPr>
            <a:spLocks noGrp="1"/>
          </p:cNvSpPr>
          <p:nvPr>
            <p:ph type="sldNum" sz="quarter" idx="5"/>
          </p:nvPr>
        </p:nvSpPr>
        <p:spPr/>
        <p:txBody>
          <a:bodyPr/>
          <a:lstStyle/>
          <a:p>
            <a:pPr>
              <a:defRPr/>
            </a:pPr>
            <a:fld id="{1A042D3D-A474-4006-8245-DBE8A187AC66}" type="slidenum">
              <a:rPr lang="en-US" altLang="ja-JP" smtClean="0"/>
              <a:pPr>
                <a:defRPr/>
              </a:pPr>
              <a:t>13</a:t>
            </a:fld>
            <a:endParaRPr lang="en-US" altLang="ja-JP"/>
          </a:p>
        </p:txBody>
      </p:sp>
    </p:spTree>
    <p:extLst>
      <p:ext uri="{BB962C8B-B14F-4D97-AF65-F5344CB8AC3E}">
        <p14:creationId xmlns:p14="http://schemas.microsoft.com/office/powerpoint/2010/main" val="1390794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7128-7D22-11AA-BBEB-A2C1BD9D175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3091AE-07A5-BA08-8A62-16B1EB6A06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DAEA1DB-F979-43E4-2D79-18FF69121385}"/>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F8DC18A1-FE65-15BD-168B-D507BD450332}"/>
              </a:ext>
            </a:extLst>
          </p:cNvPr>
          <p:cNvSpPr>
            <a:spLocks noGrp="1"/>
          </p:cNvSpPr>
          <p:nvPr>
            <p:ph type="sldNum" sz="quarter" idx="5"/>
          </p:nvPr>
        </p:nvSpPr>
        <p:spPr/>
        <p:txBody>
          <a:bodyPr/>
          <a:lstStyle/>
          <a:p>
            <a:pPr>
              <a:defRPr/>
            </a:pPr>
            <a:fld id="{1A042D3D-A474-4006-8245-DBE8A187AC66}" type="slidenum">
              <a:rPr lang="en-US" altLang="ja-JP" smtClean="0"/>
              <a:pPr>
                <a:defRPr/>
              </a:pPr>
              <a:t>14</a:t>
            </a:fld>
            <a:endParaRPr lang="en-US" altLang="ja-JP"/>
          </a:p>
        </p:txBody>
      </p:sp>
    </p:spTree>
    <p:extLst>
      <p:ext uri="{BB962C8B-B14F-4D97-AF65-F5344CB8AC3E}">
        <p14:creationId xmlns:p14="http://schemas.microsoft.com/office/powerpoint/2010/main" val="3735695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E15E-1380-3287-2ED6-83DD96BA91C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140C03-8E13-8E8B-2E9B-42ECF29F53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94F453-6399-4E0C-82A3-965A43401002}"/>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5F7AA36-7BCB-3E9B-1FBF-586AB20B7A1E}"/>
              </a:ext>
            </a:extLst>
          </p:cNvPr>
          <p:cNvSpPr>
            <a:spLocks noGrp="1"/>
          </p:cNvSpPr>
          <p:nvPr>
            <p:ph type="sldNum" sz="quarter" idx="5"/>
          </p:nvPr>
        </p:nvSpPr>
        <p:spPr/>
        <p:txBody>
          <a:bodyPr/>
          <a:lstStyle/>
          <a:p>
            <a:pPr>
              <a:defRPr/>
            </a:pPr>
            <a:fld id="{1A042D3D-A474-4006-8245-DBE8A187AC66}" type="slidenum">
              <a:rPr lang="en-US" altLang="ja-JP" smtClean="0"/>
              <a:pPr>
                <a:defRPr/>
              </a:pPr>
              <a:t>15</a:t>
            </a:fld>
            <a:endParaRPr lang="en-US" altLang="ja-JP"/>
          </a:p>
        </p:txBody>
      </p:sp>
    </p:spTree>
    <p:extLst>
      <p:ext uri="{BB962C8B-B14F-4D97-AF65-F5344CB8AC3E}">
        <p14:creationId xmlns:p14="http://schemas.microsoft.com/office/powerpoint/2010/main" val="645349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665C8-6A48-FE79-3F31-2D511079D4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6335139-58FC-A2FA-4F4D-919C503024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9DEE27-FDA1-0474-2178-345C834C3620}"/>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ED65500A-4AE8-E9E6-920D-5D3BAF4E15E1}"/>
              </a:ext>
            </a:extLst>
          </p:cNvPr>
          <p:cNvSpPr>
            <a:spLocks noGrp="1"/>
          </p:cNvSpPr>
          <p:nvPr>
            <p:ph type="sldNum" sz="quarter" idx="5"/>
          </p:nvPr>
        </p:nvSpPr>
        <p:spPr/>
        <p:txBody>
          <a:bodyPr/>
          <a:lstStyle/>
          <a:p>
            <a:pPr>
              <a:defRPr/>
            </a:pPr>
            <a:fld id="{1A042D3D-A474-4006-8245-DBE8A187AC66}" type="slidenum">
              <a:rPr lang="en-US" altLang="ja-JP" smtClean="0"/>
              <a:pPr>
                <a:defRPr/>
              </a:pPr>
              <a:t>16</a:t>
            </a:fld>
            <a:endParaRPr lang="en-US" altLang="ja-JP"/>
          </a:p>
        </p:txBody>
      </p:sp>
    </p:spTree>
    <p:extLst>
      <p:ext uri="{BB962C8B-B14F-4D97-AF65-F5344CB8AC3E}">
        <p14:creationId xmlns:p14="http://schemas.microsoft.com/office/powerpoint/2010/main" val="2884678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07768-98E8-3ECC-364E-107D52CF62F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1D68805-F525-5674-CA7F-DC76F5C017AC}"/>
              </a:ext>
            </a:extLst>
          </p:cNvPr>
          <p:cNvSpPr>
            <a:spLocks noGrp="1" noRot="1" noChangeAspect="1"/>
          </p:cNvSpPr>
          <p:nvPr>
            <p:ph type="sldImg"/>
          </p:nvPr>
        </p:nvSpPr>
        <p:spPr>
          <a:xfrm>
            <a:off x="1077913" y="1077913"/>
            <a:ext cx="7783512" cy="5387975"/>
          </a:xfrm>
        </p:spPr>
      </p:sp>
      <p:sp>
        <p:nvSpPr>
          <p:cNvPr id="3" name="ノート プレースホルダー 2">
            <a:extLst>
              <a:ext uri="{FF2B5EF4-FFF2-40B4-BE49-F238E27FC236}">
                <a16:creationId xmlns:a16="http://schemas.microsoft.com/office/drawing/2014/main" id="{158F0C16-7AFA-E893-D337-07F1DEE335FB}"/>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3CC37253-C2D4-B5E2-B8CE-1E2380502864}"/>
              </a:ext>
            </a:extLst>
          </p:cNvPr>
          <p:cNvSpPr>
            <a:spLocks noGrp="1"/>
          </p:cNvSpPr>
          <p:nvPr>
            <p:ph type="sldNum" sz="quarter" idx="10"/>
          </p:nvPr>
        </p:nvSpPr>
        <p:spPr/>
        <p:txBody>
          <a:bodyPr/>
          <a:lstStyle/>
          <a:p>
            <a:pPr>
              <a:defRPr/>
            </a:pPr>
            <a:fld id="{1A042D3D-A474-4006-8245-DBE8A187AC66}" type="slidenum">
              <a:rPr lang="en-US" altLang="ja-JP" smtClean="0"/>
              <a:pPr>
                <a:defRPr/>
              </a:pPr>
              <a:t>17</a:t>
            </a:fld>
            <a:endParaRPr lang="en-US" altLang="ja-JP"/>
          </a:p>
        </p:txBody>
      </p:sp>
    </p:spTree>
    <p:extLst>
      <p:ext uri="{BB962C8B-B14F-4D97-AF65-F5344CB8AC3E}">
        <p14:creationId xmlns:p14="http://schemas.microsoft.com/office/powerpoint/2010/main" val="3153915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1_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4875"/>
            </a:lvl1pPr>
          </a:lstStyle>
          <a:p>
            <a:r>
              <a:rPr lang="ja-JP" altLang="en-US"/>
              <a:t>マスター タイトルの書式設定</a:t>
            </a:r>
            <a:endParaRPr lang="en-US"/>
          </a:p>
        </p:txBody>
      </p:sp>
      <p:sp>
        <p:nvSpPr>
          <p:cNvPr id="3" name="Subtitle 2"/>
          <p:cNvSpPr>
            <a:spLocks noGrp="1"/>
          </p:cNvSpPr>
          <p:nvPr>
            <p:ph type="subTitle" idx="1"/>
          </p:nvPr>
        </p:nvSpPr>
        <p:spPr>
          <a:xfrm>
            <a:off x="1238250" y="3602038"/>
            <a:ext cx="7429500" cy="1655762"/>
          </a:xfrm>
          <a:prstGeom prst="rect">
            <a:avLst/>
          </a:prstGeo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ja-JP" altLang="en-US"/>
              <a:t>マスター サブタイトルの書式設定</a:t>
            </a:r>
            <a:endParaRPr lang="en-US"/>
          </a:p>
        </p:txBody>
      </p:sp>
      <p:sp>
        <p:nvSpPr>
          <p:cNvPr id="4" name="Date Placeholder 3"/>
          <p:cNvSpPr>
            <a:spLocks noGrp="1"/>
          </p:cNvSpPr>
          <p:nvPr>
            <p:ph type="dt" sz="half" idx="10"/>
          </p:nvPr>
        </p:nvSpPr>
        <p:spPr>
          <a:xfrm>
            <a:off x="681038" y="6356351"/>
            <a:ext cx="2228850" cy="365125"/>
          </a:xfrm>
          <a:prstGeom prst="rect">
            <a:avLst/>
          </a:prstGeom>
        </p:spPr>
        <p:txBody>
          <a:bodyPr/>
          <a:lstStyle>
            <a:lvl1pPr>
              <a:defRPr>
                <a:latin typeface="Meiryo UI" panose="020B0604030504040204" pitchFamily="50" charset="-128"/>
              </a:defRPr>
            </a:lvl1pPr>
          </a:lstStyle>
          <a:p>
            <a:fld id="{62128520-9947-496A-800B-3A7C498025F0}" type="datetimeFigureOut">
              <a:rPr lang="ja-JP" altLang="en-US" smtClean="0"/>
              <a:pPr/>
              <a:t>2026/4/9</a:t>
            </a:fld>
            <a:endParaRPr lang="ja-JP" altLang="en-US"/>
          </a:p>
        </p:txBody>
      </p:sp>
      <p:sp>
        <p:nvSpPr>
          <p:cNvPr id="5" name="Footer Placeholder 4"/>
          <p:cNvSpPr>
            <a:spLocks noGrp="1"/>
          </p:cNvSpPr>
          <p:nvPr>
            <p:ph type="ftr" sz="quarter" idx="11"/>
          </p:nvPr>
        </p:nvSpPr>
        <p:spPr>
          <a:xfrm>
            <a:off x="3281363" y="6356351"/>
            <a:ext cx="3343275" cy="365125"/>
          </a:xfrm>
          <a:prstGeom prst="rect">
            <a:avLst/>
          </a:prstGeom>
        </p:spPr>
        <p:txBody>
          <a:bodyPr/>
          <a:lstStyle>
            <a:lvl1pPr>
              <a:defRPr>
                <a:latin typeface="Meiryo UI" panose="020B0604030504040204" pitchFamily="50" charset="-128"/>
              </a:defRPr>
            </a:lvl1pPr>
          </a:lstStyle>
          <a:p>
            <a:endParaRPr lang="ja-JP" altLang="en-US"/>
          </a:p>
        </p:txBody>
      </p:sp>
      <p:sp>
        <p:nvSpPr>
          <p:cNvPr id="6" name="Slide Number Placeholder 5"/>
          <p:cNvSpPr>
            <a:spLocks noGrp="1"/>
          </p:cNvSpPr>
          <p:nvPr>
            <p:ph type="sldNum" sz="quarter" idx="12"/>
          </p:nvPr>
        </p:nvSpPr>
        <p:spPr>
          <a:xfrm>
            <a:off x="6996113" y="6356351"/>
            <a:ext cx="2228850" cy="365125"/>
          </a:xfrm>
          <a:prstGeom prst="rect">
            <a:avLst/>
          </a:prstGeom>
        </p:spPr>
        <p:txBody>
          <a:bodyPr/>
          <a:lstStyle>
            <a:lvl1pPr>
              <a:defRPr>
                <a:latin typeface="Meiryo UI" panose="020B0604030504040204" pitchFamily="50" charset="-128"/>
              </a:defRPr>
            </a:lvl1pPr>
          </a:lstStyle>
          <a:p>
            <a:fld id="{F0732964-3CA4-4696-85AC-8301986ACD38}" type="slidenum">
              <a:rPr lang="ja-JP" altLang="en-US" smtClean="0"/>
              <a:pPr/>
              <a:t>‹#›</a:t>
            </a:fld>
            <a:endParaRPr lang="ja-JP" altLang="en-US"/>
          </a:p>
        </p:txBody>
      </p:sp>
    </p:spTree>
    <p:extLst>
      <p:ext uri="{BB962C8B-B14F-4D97-AF65-F5344CB8AC3E}">
        <p14:creationId xmlns:p14="http://schemas.microsoft.com/office/powerpoint/2010/main" val="277586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65"/>
            <a:ext cx="84201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485900" y="3886201"/>
            <a:ext cx="6934200" cy="267446"/>
          </a:xfrm>
        </p:spPr>
        <p:txBody>
          <a:bodyPr/>
          <a:lstStyle>
            <a:lvl1pPr marL="0" indent="0" algn="ctr">
              <a:buNone/>
              <a:defRPr/>
            </a:lvl1pPr>
            <a:lvl2pPr marL="316571" indent="0" algn="ctr">
              <a:buNone/>
              <a:defRPr/>
            </a:lvl2pPr>
            <a:lvl3pPr marL="633142" indent="0" algn="ctr">
              <a:buNone/>
              <a:defRPr/>
            </a:lvl3pPr>
            <a:lvl4pPr marL="949713" indent="0" algn="ctr">
              <a:buNone/>
              <a:defRPr/>
            </a:lvl4pPr>
            <a:lvl5pPr marL="1266284" indent="0" algn="ctr">
              <a:buNone/>
              <a:defRPr/>
            </a:lvl5pPr>
            <a:lvl6pPr marL="1582855" indent="0" algn="ctr">
              <a:buNone/>
              <a:defRPr/>
            </a:lvl6pPr>
            <a:lvl7pPr marL="1899426" indent="0" algn="ctr">
              <a:buNone/>
              <a:defRPr/>
            </a:lvl7pPr>
            <a:lvl8pPr marL="2215997" indent="0" algn="ctr">
              <a:buNone/>
              <a:defRPr/>
            </a:lvl8pPr>
            <a:lvl9pPr marL="2532568" indent="0" algn="ctr">
              <a:buNone/>
              <a:defRPr/>
            </a:lvl9pPr>
          </a:lstStyle>
          <a:p>
            <a:r>
              <a:rPr lang="ja-JP" altLang="en-US"/>
              <a:t>マスタ サブタイトルの書式設定</a:t>
            </a:r>
          </a:p>
        </p:txBody>
      </p:sp>
    </p:spTree>
    <p:extLst>
      <p:ext uri="{BB962C8B-B14F-4D97-AF65-F5344CB8AC3E}">
        <p14:creationId xmlns:p14="http://schemas.microsoft.com/office/powerpoint/2010/main" val="32232424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B92CED-B684-4B2E-B963-1FAE4AE253DD}"/>
              </a:ext>
            </a:extLst>
          </p:cNvPr>
          <p:cNvSpPr>
            <a:spLocks noGrp="1"/>
          </p:cNvSpPr>
          <p:nvPr>
            <p:ph type="title"/>
          </p:nvPr>
        </p:nvSpPr>
        <p:spPr>
          <a:xfrm>
            <a:off x="162000" y="97200"/>
            <a:ext cx="8099974" cy="371461"/>
          </a:xfrm>
        </p:spPr>
        <p:txBody>
          <a:bodyPr/>
          <a:lstStyle>
            <a:lvl1pPr algn="l">
              <a:defRPr/>
            </a:lvl1pPr>
          </a:lstStyle>
          <a:p>
            <a:endParaRPr kumimoji="1" lang="ja-JP" altLang="en-US" sz="2280" b="1"/>
          </a:p>
        </p:txBody>
      </p:sp>
    </p:spTree>
    <p:extLst>
      <p:ext uri="{BB962C8B-B14F-4D97-AF65-F5344CB8AC3E}">
        <p14:creationId xmlns:p14="http://schemas.microsoft.com/office/powerpoint/2010/main" val="25188058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8752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コンテンツ｜2分割">
    <p:spTree>
      <p:nvGrpSpPr>
        <p:cNvPr id="1" name=""/>
        <p:cNvGrpSpPr/>
        <p:nvPr/>
      </p:nvGrpSpPr>
      <p:grpSpPr>
        <a:xfrm>
          <a:off x="0" y="0"/>
          <a:ext cx="0" cy="0"/>
          <a:chOff x="0" y="0"/>
          <a:chExt cx="0" cy="0"/>
        </a:xfrm>
      </p:grpSpPr>
      <p:sp>
        <p:nvSpPr>
          <p:cNvPr id="7" name="Rectangle 10"/>
          <p:cNvSpPr>
            <a:spLocks noChangeArrowheads="1"/>
          </p:cNvSpPr>
          <p:nvPr/>
        </p:nvSpPr>
        <p:spPr bwMode="auto">
          <a:xfrm>
            <a:off x="0" y="637200"/>
            <a:ext cx="9906000" cy="36512"/>
          </a:xfrm>
          <a:prstGeom prst="rect">
            <a:avLst/>
          </a:prstGeom>
          <a:solidFill>
            <a:schemeClr val="bg1">
              <a:lumMod val="85000"/>
            </a:schemeClr>
          </a:solidFill>
          <a:ln>
            <a:noFill/>
          </a:ln>
          <a:effectLst/>
        </p:spPr>
        <p:txBody>
          <a:bodyPr wrap="none" lIns="0" tIns="0" rIns="0" bIns="0" anchor="ctr">
            <a:noAutofit/>
          </a:bodyPr>
          <a:lstStyle/>
          <a:p>
            <a:endParaRPr lang="ja-JP" altLang="en-US" sz="1800"/>
          </a:p>
        </p:txBody>
      </p:sp>
      <p:sp>
        <p:nvSpPr>
          <p:cNvPr id="3" name="フッター プレースホルダー 2">
            <a:extLst>
              <a:ext uri="{FF2B5EF4-FFF2-40B4-BE49-F238E27FC236}">
                <a16:creationId xmlns:a16="http://schemas.microsoft.com/office/drawing/2014/main" id="{847704B3-DBAD-41AF-91A4-04C16CB4715B}"/>
              </a:ext>
            </a:extLst>
          </p:cNvPr>
          <p:cNvSpPr>
            <a:spLocks noGrp="1"/>
          </p:cNvSpPr>
          <p:nvPr>
            <p:ph type="ftr" sz="quarter" idx="10"/>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9C92EC6-27CC-4DAD-9CBB-D16A8301D8ED}"/>
              </a:ext>
            </a:extLst>
          </p:cNvPr>
          <p:cNvSpPr>
            <a:spLocks noGrp="1"/>
          </p:cNvSpPr>
          <p:nvPr>
            <p:ph type="sldNum" sz="quarter" idx="11"/>
          </p:nvPr>
        </p:nvSpPr>
        <p:spPr/>
        <p:txBody>
          <a:bodyPr/>
          <a:lstStyle/>
          <a:p>
            <a:fld id="{5192C4D8-5BEC-4F4E-A921-C5D8B7B1BD60}" type="slidenum">
              <a:rPr kumimoji="1" lang="ja-JP" altLang="en-US" smtClean="0"/>
              <a:t>‹#›</a:t>
            </a:fld>
            <a:endParaRPr kumimoji="1" lang="ja-JP" altLang="en-US"/>
          </a:p>
        </p:txBody>
      </p:sp>
      <p:sp>
        <p:nvSpPr>
          <p:cNvPr id="5" name="タイトル 4">
            <a:extLst>
              <a:ext uri="{FF2B5EF4-FFF2-40B4-BE49-F238E27FC236}">
                <a16:creationId xmlns:a16="http://schemas.microsoft.com/office/drawing/2014/main" id="{F4F14F26-7E76-4A9F-8E87-6231A2C21342}"/>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160333688"/>
      </p:ext>
    </p:extLst>
  </p:cSld>
  <p:clrMapOvr>
    <a:masterClrMapping/>
  </p:clrMapOvr>
  <p:extLst>
    <p:ext uri="{DCECCB84-F9BA-43D5-87BE-67443E8EF086}">
      <p15:sldGuideLst xmlns:p15="http://schemas.microsoft.com/office/powerpoint/2012/main">
        <p15:guide id="1" pos="2204">
          <p15:clr>
            <a:srgbClr val="FBAE40"/>
          </p15:clr>
        </p15:guide>
        <p15:guide id="3" pos="247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85751" y="104791"/>
            <a:ext cx="8099974" cy="371461"/>
          </a:xfrm>
        </p:spPr>
        <p:txBody>
          <a:bodyPr/>
          <a:lstStyle>
            <a:lvl1pPr algn="l">
              <a:defRPr sz="2280" b="1"/>
            </a:lvl1pPr>
          </a:lstStyle>
          <a:p>
            <a:r>
              <a:rPr lang="ja-JP" altLang="en-US"/>
              <a:t>マスタ タイトルの書式設定</a:t>
            </a:r>
          </a:p>
        </p:txBody>
      </p:sp>
      <p:sp>
        <p:nvSpPr>
          <p:cNvPr id="3" name="コンテンツ プレースホルダ 2"/>
          <p:cNvSpPr>
            <a:spLocks noGrp="1"/>
          </p:cNvSpPr>
          <p:nvPr>
            <p:ph idx="1"/>
          </p:nvPr>
        </p:nvSpPr>
        <p:spPr>
          <a:xfrm>
            <a:off x="311285" y="598507"/>
            <a:ext cx="9264517" cy="1398011"/>
          </a:xfrm>
        </p:spPr>
        <p:txBody>
          <a:bodyPr/>
          <a:lstStyle>
            <a:lvl1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1pPr>
            <a:lvl2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2pPr>
            <a:lvl3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3pPr>
            <a:lvl4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4pPr>
            <a:lvl5pPr>
              <a:defRPr sz="1463">
                <a:solidFill>
                  <a:schemeClr val="accent6"/>
                </a:solidFill>
                <a:latin typeface="Meiryo UI" panose="020B0604030504040204" pitchFamily="50" charset="-128"/>
                <a:ea typeface="Meiryo UI" panose="020B0604030504040204" pitchFamily="50" charset="-128"/>
                <a:cs typeface="Meiryo UI" panose="020B0604030504040204" pitchFamily="50"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正方形/長方形 3"/>
          <p:cNvSpPr/>
          <p:nvPr userDrawn="1"/>
        </p:nvSpPr>
        <p:spPr bwMode="auto">
          <a:xfrm>
            <a:off x="308485" y="764704"/>
            <a:ext cx="9289032" cy="5760640"/>
          </a:xfrm>
          <a:prstGeom prst="rect">
            <a:avLst/>
          </a:prstGeom>
          <a:noFill/>
          <a:ln w="9525" cap="flat" cmpd="sng" algn="ctr">
            <a:noFill/>
            <a:prstDash val="sysDash"/>
            <a:round/>
            <a:headEnd type="none" w="med" len="med"/>
            <a:tailEnd type="none" w="med" len="med"/>
          </a:ln>
          <a:effectLst/>
        </p:spPr>
        <p:txBody>
          <a:bodyPr rot="0" spcFirstLastPara="0" vertOverflow="overflow" horzOverflow="overflow" vert="horz" wrap="square" lIns="29250" tIns="29250" rIns="29250" bIns="29250" numCol="1" spcCol="0" rtlCol="0" fromWordArt="0" anchor="ctr" anchorCtr="0" forceAA="0" compatLnSpc="1">
            <a:prstTxWarp prst="textNoShape">
              <a:avLst/>
            </a:prstTxWarp>
            <a:noAutofit/>
          </a:bodyPr>
          <a:lstStyle/>
          <a:p>
            <a:pPr algn="ctr" hangingPunct="0">
              <a:lnSpc>
                <a:spcPct val="90000"/>
              </a:lnSpc>
              <a:spcBef>
                <a:spcPct val="20000"/>
              </a:spcBef>
            </a:pPr>
            <a:endParaRPr lang="ja-JP" altLang="en-US" sz="975">
              <a:solidFill>
                <a:srgbClr val="333399"/>
              </a:solidFill>
              <a:latin typeface="Meiryo UI" pitchFamily="50" charset="-128"/>
              <a:ea typeface="Meiryo UI" pitchFamily="50" charset="-128"/>
              <a:cs typeface="Meiryo UI" pitchFamily="50" charset="-128"/>
            </a:endParaRPr>
          </a:p>
        </p:txBody>
      </p:sp>
    </p:spTree>
    <p:extLst>
      <p:ext uri="{BB962C8B-B14F-4D97-AF65-F5344CB8AC3E}">
        <p14:creationId xmlns:p14="http://schemas.microsoft.com/office/powerpoint/2010/main" val="9587542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288124798"/>
      </p:ext>
    </p:extLst>
  </p:cSld>
  <p:clrMapOvr>
    <a:masterClrMapping/>
  </p:clrMapOvr>
  <p:hf hdr="0" ftr="0"/>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17677083"/>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651337523"/>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681038"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5014913" y="1825625"/>
            <a:ext cx="421005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C764DE79-268F-4C1A-8933-263129D2AF90}" type="datetimeFigureOut">
              <a:rPr lang="en-US" dirty="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338689580"/>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2329" y="2505075"/>
            <a:ext cx="4190702"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14913" y="2505075"/>
            <a:ext cx="4211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C764DE79-268F-4C1A-8933-263129D2AF90}" type="datetimeFigureOut">
              <a:rPr lang="en-US" dirty="0"/>
              <a:t>4/9/2026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132220061"/>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C764DE79-268F-4C1A-8933-263129D2AF90}" type="datetimeFigureOut">
              <a:rPr lang="en-US" dirty="0"/>
              <a:t>4/9/2026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193261454"/>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36133398"/>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93794081"/>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764DE79-268F-4C1A-8933-263129D2AF90}" type="datetimeFigureOut">
              <a:rPr lang="en-US" dirty="0"/>
              <a:t>4/9/2026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87220909"/>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100945431"/>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C764DE79-268F-4C1A-8933-263129D2AF90}" type="datetimeFigureOut">
              <a:rPr lang="en-US" dirty="0"/>
              <a:t>4/9/2026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21281542"/>
      </p:ext>
    </p:extLst>
  </p:cSld>
  <p:clrMapOvr>
    <a:masterClrMapping/>
  </p:clrMapOvr>
  <p:hf hdr="0" ftr="0"/>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4.xml"/><Relationship Id="rId7" Type="http://schemas.openxmlformats.org/officeDocument/2006/relationships/tags" Target="../tags/tag1.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image" Target="../media/image2.png"/><Relationship Id="rId4" Type="http://schemas.openxmlformats.org/officeDocument/2006/relationships/slideLayout" Target="../slideLayouts/slideLayout5.xml"/><Relationship Id="rId9"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フッター プレースホルダ 3">
            <a:extLst>
              <a:ext uri="{FF2B5EF4-FFF2-40B4-BE49-F238E27FC236}">
                <a16:creationId xmlns:a16="http://schemas.microsoft.com/office/drawing/2014/main" id="{465F06C3-B1A3-46D5-B1B7-8B8E981A4B22}"/>
              </a:ext>
            </a:extLst>
          </p:cNvPr>
          <p:cNvSpPr txBox="1">
            <a:spLocks/>
          </p:cNvSpPr>
          <p:nvPr userDrawn="1"/>
        </p:nvSpPr>
        <p:spPr bwMode="gray">
          <a:xfrm>
            <a:off x="3175" y="6632575"/>
            <a:ext cx="4770438" cy="176399"/>
          </a:xfrm>
          <a:prstGeom prst="rect">
            <a:avLst/>
          </a:prstGeom>
          <a:noFill/>
          <a:ln w="9525">
            <a:noFill/>
            <a:miter lim="800000"/>
            <a:headEnd/>
            <a:tailEnd/>
          </a:ln>
        </p:spPr>
        <p:txBody>
          <a:bodyPr lIns="63314" tIns="31657" rIns="63314" bIns="31657">
            <a:spAutoFit/>
          </a:bodyPr>
          <a:lstStyle/>
          <a:p>
            <a:pPr marL="237331" indent="-237331" eaLnBrk="0" hangingPunct="0">
              <a:spcBef>
                <a:spcPct val="20000"/>
              </a:spcBef>
              <a:defRPr/>
            </a:pPr>
            <a:r>
              <a:rPr lang="en-US" altLang="ja-JP" sz="731" kern="0">
                <a:solidFill>
                  <a:srgbClr val="000000"/>
                </a:solidFill>
                <a:latin typeface="Arial" pitchFamily="34" charset="0"/>
                <a:ea typeface="ＭＳ Ｐゴシック" pitchFamily="50" charset="-128"/>
              </a:rPr>
              <a:t>Copyright © 2026 AIR WATER INC All Rights Reserved.</a:t>
            </a:r>
          </a:p>
        </p:txBody>
      </p:sp>
    </p:spTree>
    <p:extLst>
      <p:ext uri="{BB962C8B-B14F-4D97-AF65-F5344CB8AC3E}">
        <p14:creationId xmlns:p14="http://schemas.microsoft.com/office/powerpoint/2010/main" val="4292090020"/>
      </p:ext>
    </p:extLst>
  </p:cSld>
  <p:clrMap bg1="lt1" tx1="dk1" bg2="lt2" tx2="dk2" accent1="accent1" accent2="accent2" accent3="accent3" accent4="accent4" accent5="accent5" accent6="accent6" hlink="hlink" folHlink="folHlink"/>
  <p:sldLayoutIdLst>
    <p:sldLayoutId id="2147483677" r:id="rId1"/>
  </p:sldLayoutIdLst>
  <p:hf hdr="0" ftr="0"/>
  <p:txStyles>
    <p:titleStyle>
      <a:lvl1pPr algn="l" rtl="0" fontAlgn="base">
        <a:spcBef>
          <a:spcPct val="0"/>
        </a:spcBef>
        <a:spcAft>
          <a:spcPct val="0"/>
        </a:spcAft>
        <a:defRPr kumimoji="1" sz="1625" b="1" i="0" kern="1200">
          <a:solidFill>
            <a:srgbClr val="3E505A"/>
          </a:solidFill>
          <a:latin typeface="Meiryo" panose="020B0604030504040204" pitchFamily="34" charset="-128"/>
          <a:ea typeface="Meiryo" panose="020B0604030504040204" pitchFamily="34" charset="-128"/>
          <a:cs typeface="+mj-cs"/>
        </a:defRPr>
      </a:lvl1pPr>
      <a:lvl2pPr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2pPr>
      <a:lvl3pPr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3pPr>
      <a:lvl4pPr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4pPr>
      <a:lvl5pPr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5pPr>
      <a:lvl6pPr marL="371475"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6pPr>
      <a:lvl7pPr marL="742950"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7pPr>
      <a:lvl8pPr marL="1114425"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8pPr>
      <a:lvl9pPr marL="1485900" algn="l" rtl="0" fontAlgn="base">
        <a:spcBef>
          <a:spcPct val="0"/>
        </a:spcBef>
        <a:spcAft>
          <a:spcPct val="0"/>
        </a:spcAft>
        <a:defRPr kumimoji="1" sz="1625">
          <a:solidFill>
            <a:schemeClr val="tx2"/>
          </a:solidFill>
          <a:latin typeface="Arial" panose="020B0604020202020204" pitchFamily="34" charset="0"/>
          <a:ea typeface="ＭＳ Ｐゴシック" panose="020B0600070205080204" pitchFamily="34" charset="-128"/>
        </a:defRPr>
      </a:lvl9pPr>
    </p:titleStyle>
    <p:bodyStyle>
      <a:lvl1pPr marL="278606" indent="-278606"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1pPr>
      <a:lvl2pPr marL="603647" indent="-232172"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2pPr>
      <a:lvl3pPr marL="928688" indent="-185738"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3pPr>
      <a:lvl4pPr marL="1300163" indent="-185738"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4pPr>
      <a:lvl5pPr marL="1671638" indent="-185738" algn="l" rtl="0" fontAlgn="base">
        <a:lnSpc>
          <a:spcPct val="150000"/>
        </a:lnSpc>
        <a:spcBef>
          <a:spcPct val="20000"/>
        </a:spcBef>
        <a:spcAft>
          <a:spcPct val="0"/>
        </a:spcAft>
        <a:buChar char="»"/>
        <a:defRPr kumimoji="1" sz="1625" kern="1200">
          <a:solidFill>
            <a:srgbClr val="5A676E"/>
          </a:solidFill>
          <a:latin typeface="Meiryo" panose="020B0604030504040204" pitchFamily="34" charset="-128"/>
          <a:ea typeface="Meiryo" panose="020B0604030504040204" pitchFamily="34" charset="-128"/>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kumimoji="1" sz="1463" kern="1200">
          <a:solidFill>
            <a:schemeClr val="tx1"/>
          </a:solidFill>
          <a:latin typeface="+mn-lt"/>
          <a:ea typeface="+mn-ea"/>
          <a:cs typeface="+mn-cs"/>
        </a:defRPr>
      </a:lvl9pPr>
    </p:bodyStyle>
    <p:otherStyle>
      <a:defPPr>
        <a:defRPr lang="ja-JP"/>
      </a:defPPr>
      <a:lvl1pPr marL="0" algn="l" defTabSz="742950" rtl="0" eaLnBrk="1" latinLnBrk="0" hangingPunct="1">
        <a:defRPr kumimoji="1" sz="1463" kern="1200">
          <a:solidFill>
            <a:schemeClr val="tx1"/>
          </a:solidFill>
          <a:latin typeface="+mn-lt"/>
          <a:ea typeface="+mn-ea"/>
          <a:cs typeface="+mn-cs"/>
        </a:defRPr>
      </a:lvl1pPr>
      <a:lvl2pPr marL="371475" algn="l" defTabSz="742950" rtl="0" eaLnBrk="1" latinLnBrk="0" hangingPunct="1">
        <a:defRPr kumimoji="1" sz="1463" kern="1200">
          <a:solidFill>
            <a:schemeClr val="tx1"/>
          </a:solidFill>
          <a:latin typeface="+mn-lt"/>
          <a:ea typeface="+mn-ea"/>
          <a:cs typeface="+mn-cs"/>
        </a:defRPr>
      </a:lvl2pPr>
      <a:lvl3pPr marL="742950" algn="l" defTabSz="742950" rtl="0" eaLnBrk="1" latinLnBrk="0" hangingPunct="1">
        <a:defRPr kumimoji="1" sz="1463" kern="1200">
          <a:solidFill>
            <a:schemeClr val="tx1"/>
          </a:solidFill>
          <a:latin typeface="+mn-lt"/>
          <a:ea typeface="+mn-ea"/>
          <a:cs typeface="+mn-cs"/>
        </a:defRPr>
      </a:lvl3pPr>
      <a:lvl4pPr marL="1114425" algn="l" defTabSz="742950" rtl="0" eaLnBrk="1" latinLnBrk="0" hangingPunct="1">
        <a:defRPr kumimoji="1" sz="1463" kern="1200">
          <a:solidFill>
            <a:schemeClr val="tx1"/>
          </a:solidFill>
          <a:latin typeface="+mn-lt"/>
          <a:ea typeface="+mn-ea"/>
          <a:cs typeface="+mn-cs"/>
        </a:defRPr>
      </a:lvl4pPr>
      <a:lvl5pPr marL="1485900" algn="l" defTabSz="742950" rtl="0" eaLnBrk="1" latinLnBrk="0" hangingPunct="1">
        <a:defRPr kumimoji="1" sz="1463" kern="1200">
          <a:solidFill>
            <a:schemeClr val="tx1"/>
          </a:solidFill>
          <a:latin typeface="+mn-lt"/>
          <a:ea typeface="+mn-ea"/>
          <a:cs typeface="+mn-cs"/>
        </a:defRPr>
      </a:lvl5pPr>
      <a:lvl6pPr marL="1857375" algn="l" defTabSz="742950" rtl="0" eaLnBrk="1" latinLnBrk="0" hangingPunct="1">
        <a:defRPr kumimoji="1" sz="1463" kern="1200">
          <a:solidFill>
            <a:schemeClr val="tx1"/>
          </a:solidFill>
          <a:latin typeface="+mn-lt"/>
          <a:ea typeface="+mn-ea"/>
          <a:cs typeface="+mn-cs"/>
        </a:defRPr>
      </a:lvl6pPr>
      <a:lvl7pPr marL="2228850" algn="l" defTabSz="742950" rtl="0" eaLnBrk="1" latinLnBrk="0" hangingPunct="1">
        <a:defRPr kumimoji="1" sz="1463" kern="1200">
          <a:solidFill>
            <a:schemeClr val="tx1"/>
          </a:solidFill>
          <a:latin typeface="+mn-lt"/>
          <a:ea typeface="+mn-ea"/>
          <a:cs typeface="+mn-cs"/>
        </a:defRPr>
      </a:lvl7pPr>
      <a:lvl8pPr marL="2600325" algn="l" defTabSz="742950" rtl="0" eaLnBrk="1" latinLnBrk="0" hangingPunct="1">
        <a:defRPr kumimoji="1" sz="1463" kern="1200">
          <a:solidFill>
            <a:schemeClr val="tx1"/>
          </a:solidFill>
          <a:latin typeface="+mn-lt"/>
          <a:ea typeface="+mn-ea"/>
          <a:cs typeface="+mn-cs"/>
        </a:defRPr>
      </a:lvl8pPr>
      <a:lvl9pPr marL="2971800" algn="l" defTabSz="742950" rtl="0" eaLnBrk="1" latinLnBrk="0" hangingPunct="1">
        <a:defRPr kumimoji="1"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DBF686B6-D11C-4B8F-88CA-0010CBA4698B}"/>
              </a:ext>
            </a:extLst>
          </p:cNvPr>
          <p:cNvGraphicFramePr>
            <a:graphicFrameLocks noChangeAspect="1"/>
          </p:cNvGraphicFramePr>
          <p:nvPr userDrawn="1">
            <p:custDataLst>
              <p:tags r:id="rId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8" imgW="353" imgH="353" progId="TCLayout.ActiveDocument.1">
                  <p:embed/>
                </p:oleObj>
              </mc:Choice>
              <mc:Fallback>
                <p:oleObj name="think-cellスライド" r:id="rId8" imgW="353" imgH="353" progId="TCLayout.ActiveDocument.1">
                  <p:embed/>
                  <p:pic>
                    <p:nvPicPr>
                      <p:cNvPr id="2" name="オブジェクト 1" hidden="1">
                        <a:extLst>
                          <a:ext uri="{FF2B5EF4-FFF2-40B4-BE49-F238E27FC236}">
                            <a16:creationId xmlns:a16="http://schemas.microsoft.com/office/drawing/2014/main" id="{DBF686B6-D11C-4B8F-88CA-0010CBA4698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8" name="Picture 4"/>
          <p:cNvPicPr>
            <a:picLocks noChangeAspect="1" noChangeArrowheads="1"/>
          </p:cNvPicPr>
          <p:nvPr userDrawn="1"/>
        </p:nvPicPr>
        <p:blipFill>
          <a:blip r:embed="rId10" cstate="print"/>
          <a:srcRect/>
          <a:stretch>
            <a:fillRect/>
          </a:stretch>
        </p:blipFill>
        <p:spPr bwMode="auto">
          <a:xfrm>
            <a:off x="9185276" y="44452"/>
            <a:ext cx="595313" cy="504825"/>
          </a:xfrm>
          <a:prstGeom prst="rect">
            <a:avLst/>
          </a:prstGeom>
          <a:noFill/>
          <a:ln w="9525">
            <a:noFill/>
            <a:miter lim="800000"/>
            <a:headEnd/>
            <a:tailEnd/>
          </a:ln>
        </p:spPr>
      </p:pic>
      <p:sp>
        <p:nvSpPr>
          <p:cNvPr id="1026" name="Rectangle 21"/>
          <p:cNvSpPr>
            <a:spLocks noGrp="1" noChangeArrowheads="1"/>
          </p:cNvSpPr>
          <p:nvPr>
            <p:ph type="body" idx="1"/>
          </p:nvPr>
        </p:nvSpPr>
        <p:spPr bwMode="auto">
          <a:xfrm>
            <a:off x="311150" y="598489"/>
            <a:ext cx="9264650" cy="600164"/>
          </a:xfrm>
          <a:prstGeom prst="rect">
            <a:avLst/>
          </a:prstGeom>
          <a:noFill/>
        </p:spPr>
        <p:txBody>
          <a:bodyPr wrap="square">
            <a:spAutoFit/>
          </a:bodyPr>
          <a:lstStyle/>
          <a:p>
            <a:pPr marL="278606" lvl="0" indent="-278606">
              <a:lnSpc>
                <a:spcPct val="90000"/>
              </a:lnSpc>
              <a:spcBef>
                <a:spcPct val="0"/>
              </a:spcBef>
              <a:buFont typeface="Wingdings" panose="05000000000000000000" pitchFamily="2" charset="2"/>
              <a:buChar char="n"/>
            </a:pPr>
            <a:r>
              <a:rPr lang="ja-JP" altLang="en-US"/>
              <a:t>マスタ テキストの書式設定</a:t>
            </a:r>
          </a:p>
          <a:p>
            <a:pPr marL="316012" lvl="1" indent="55464">
              <a:spcBef>
                <a:spcPct val="0"/>
              </a:spcBef>
            </a:pPr>
            <a:r>
              <a:rPr lang="ja-JP" altLang="en-US"/>
              <a:t>Ｘｘｘ</a:t>
            </a:r>
          </a:p>
          <a:p>
            <a:pPr marL="632023" lvl="2" indent="110927">
              <a:spcBef>
                <a:spcPct val="0"/>
              </a:spcBef>
            </a:pPr>
            <a:r>
              <a:rPr lang="ja-JP" altLang="en-US"/>
              <a:t>Ｘｘｘ</a:t>
            </a:r>
          </a:p>
        </p:txBody>
      </p:sp>
      <p:sp>
        <p:nvSpPr>
          <p:cNvPr id="1027" name="Rectangle 22"/>
          <p:cNvSpPr>
            <a:spLocks noGrp="1" noChangeArrowheads="1"/>
          </p:cNvSpPr>
          <p:nvPr>
            <p:ph type="title"/>
          </p:nvPr>
        </p:nvSpPr>
        <p:spPr bwMode="auto">
          <a:xfrm>
            <a:off x="285751" y="104777"/>
            <a:ext cx="8099425" cy="371475"/>
          </a:xfrm>
          <a:prstGeom prst="rect">
            <a:avLst/>
          </a:prstGeom>
          <a:noFill/>
          <a:ln w="9525">
            <a:noFill/>
            <a:miter lim="800000"/>
            <a:headEnd/>
            <a:tailEnd/>
          </a:ln>
        </p:spPr>
        <p:txBody>
          <a:bodyPr wrap="none" lIns="77114" tIns="37880" rIns="77114" bIns="37880" anchor="b"/>
          <a:lstStyle/>
          <a:p>
            <a:pPr lvl="0" algn="l"/>
            <a:r>
              <a:rPr lang="ja-JP" altLang="en-US"/>
              <a:t>マスタ タイトルの書式設定</a:t>
            </a:r>
          </a:p>
        </p:txBody>
      </p:sp>
      <p:sp>
        <p:nvSpPr>
          <p:cNvPr id="1047" name="Line 23"/>
          <p:cNvSpPr>
            <a:spLocks noChangeShapeType="1"/>
          </p:cNvSpPr>
          <p:nvPr/>
        </p:nvSpPr>
        <p:spPr bwMode="auto">
          <a:xfrm>
            <a:off x="87314" y="549275"/>
            <a:ext cx="9705975" cy="0"/>
          </a:xfrm>
          <a:prstGeom prst="line">
            <a:avLst/>
          </a:prstGeom>
          <a:noFill/>
          <a:ln w="28575">
            <a:solidFill>
              <a:srgbClr val="333399"/>
            </a:solidFill>
            <a:round/>
            <a:headEnd/>
            <a:tailEnd/>
          </a:ln>
          <a:effectLst/>
        </p:spPr>
        <p:txBody>
          <a:bodyPr wrap="none" lIns="63314" tIns="31657" rIns="63314" bIns="31657" anchor="ctr"/>
          <a:lstStyle/>
          <a:p>
            <a:pPr algn="ctr" hangingPunct="0">
              <a:lnSpc>
                <a:spcPct val="90000"/>
              </a:lnSpc>
              <a:spcBef>
                <a:spcPct val="20000"/>
              </a:spcBef>
              <a:defRPr/>
            </a:pPr>
            <a:endParaRPr kumimoji="0" lang="ja-JP" altLang="en-US" sz="975">
              <a:solidFill>
                <a:srgbClr val="000000"/>
              </a:solidFill>
              <a:latin typeface="Meiryo UI" panose="020B0604030504040204" pitchFamily="50" charset="-128"/>
              <a:ea typeface="Meiryo UI" panose="020B0604030504040204" pitchFamily="50" charset="-128"/>
            </a:endParaRPr>
          </a:p>
        </p:txBody>
      </p:sp>
      <p:sp>
        <p:nvSpPr>
          <p:cNvPr id="7" name="スライド番号プレースホルダー 2"/>
          <p:cNvSpPr txBox="1">
            <a:spLocks noGrp="1"/>
          </p:cNvSpPr>
          <p:nvPr userDrawn="1"/>
        </p:nvSpPr>
        <p:spPr bwMode="auto">
          <a:xfrm>
            <a:off x="8988425" y="6534152"/>
            <a:ext cx="869950" cy="269875"/>
          </a:xfrm>
          <a:prstGeom prst="rect">
            <a:avLst/>
          </a:prstGeom>
          <a:noFill/>
          <a:ln>
            <a:noFill/>
          </a:ln>
        </p:spPr>
        <p:txBody>
          <a:bodyPr lIns="62655" tIns="30778" rIns="62655" bIns="30778" anchor="b"/>
          <a:lstStyle/>
          <a:p>
            <a:pPr algn="r" eaLnBrk="0" hangingPunct="0">
              <a:lnSpc>
                <a:spcPct val="80000"/>
              </a:lnSpc>
              <a:defRPr/>
            </a:pPr>
            <a:fld id="{D3E6850A-9959-4DD4-BEEF-E3CC6FBCDDE3}" type="slidenum">
              <a:rPr lang="en-US" altLang="ja-JP" sz="731">
                <a:solidFill>
                  <a:srgbClr val="000000"/>
                </a:solidFill>
                <a:latin typeface="Meiryo UI" panose="020B0604030504040204" pitchFamily="50" charset="-128"/>
                <a:ea typeface="Meiryo UI" panose="020B0604030504040204" pitchFamily="50" charset="-128"/>
              </a:rPr>
              <a:pPr algn="r" eaLnBrk="0" hangingPunct="0">
                <a:lnSpc>
                  <a:spcPct val="80000"/>
                </a:lnSpc>
                <a:defRPr/>
              </a:pPr>
              <a:t>‹#›</a:t>
            </a:fld>
            <a:endParaRPr lang="en-US" altLang="ja-JP" sz="731">
              <a:solidFill>
                <a:srgbClr val="000000"/>
              </a:solidFill>
              <a:latin typeface="Meiryo UI" panose="020B0604030504040204" pitchFamily="50" charset="-128"/>
              <a:ea typeface="Meiryo UI" panose="020B0604030504040204" pitchFamily="50" charset="-128"/>
            </a:endParaRPr>
          </a:p>
        </p:txBody>
      </p:sp>
      <p:sp>
        <p:nvSpPr>
          <p:cNvPr id="9" name="フッター プレースホルダ 3"/>
          <p:cNvSpPr txBox="1">
            <a:spLocks/>
          </p:cNvSpPr>
          <p:nvPr userDrawn="1"/>
        </p:nvSpPr>
        <p:spPr bwMode="gray">
          <a:xfrm>
            <a:off x="3175" y="6632575"/>
            <a:ext cx="4770438" cy="176399"/>
          </a:xfrm>
          <a:prstGeom prst="rect">
            <a:avLst/>
          </a:prstGeom>
          <a:noFill/>
          <a:ln w="9525">
            <a:noFill/>
            <a:miter lim="800000"/>
            <a:headEnd/>
            <a:tailEnd/>
          </a:ln>
        </p:spPr>
        <p:txBody>
          <a:bodyPr lIns="63314" tIns="31657" rIns="63314" bIns="31657">
            <a:spAutoFit/>
          </a:bodyPr>
          <a:lstStyle/>
          <a:p>
            <a:pPr marL="237331" indent="-237331" eaLnBrk="0" hangingPunct="0">
              <a:spcBef>
                <a:spcPct val="20000"/>
              </a:spcBef>
              <a:defRPr/>
            </a:pPr>
            <a:r>
              <a:rPr lang="en-US" altLang="ja-JP" sz="731" kern="0">
                <a:solidFill>
                  <a:srgbClr val="000000"/>
                </a:solidFill>
                <a:latin typeface="Arial" pitchFamily="34" charset="0"/>
                <a:ea typeface="ＭＳ Ｐゴシック" pitchFamily="50" charset="-128"/>
              </a:rPr>
              <a:t>Copyright © 2026 AIR WATER INC All Rights Reserved.</a:t>
            </a:r>
          </a:p>
        </p:txBody>
      </p:sp>
    </p:spTree>
    <p:extLst>
      <p:ext uri="{BB962C8B-B14F-4D97-AF65-F5344CB8AC3E}">
        <p14:creationId xmlns:p14="http://schemas.microsoft.com/office/powerpoint/2010/main" val="242789701"/>
      </p:ext>
    </p:extLst>
  </p:cSld>
  <p:clrMap bg1="lt1" tx1="dk1" bg2="lt2" tx2="dk2" accent1="accent1" accent2="accent2" accent3="accent3" accent4="accent4" accent5="accent5" accent6="accent6" hlink="hlink" folHlink="folHlink"/>
  <p:sldLayoutIdLst>
    <p:sldLayoutId id="2147483674" r:id="rId1"/>
    <p:sldLayoutId id="2147483691" r:id="rId2"/>
    <p:sldLayoutId id="2147483675" r:id="rId3"/>
    <p:sldLayoutId id="2147483690" r:id="rId4"/>
    <p:sldLayoutId id="2147483676" r:id="rId5"/>
  </p:sldLayoutIdLst>
  <p:hf hdr="0" dt="0"/>
  <p:txStyles>
    <p:titleStyle>
      <a:lvl1pPr algn="ctr" rtl="0" eaLnBrk="0" fontAlgn="base" hangingPunct="0">
        <a:spcBef>
          <a:spcPct val="0"/>
        </a:spcBef>
        <a:spcAft>
          <a:spcPct val="0"/>
        </a:spcAft>
        <a:defRPr kumimoji="1" lang="ja-JP" altLang="en-US" sz="2280" b="1"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p:titleStyle>
    <p:bodyStyle>
      <a:lvl1pPr marL="237331" indent="-237331" algn="l" rtl="0" eaLnBrk="0" fontAlgn="base" hangingPunct="0">
        <a:spcBef>
          <a:spcPct val="20000"/>
        </a:spcBef>
        <a:spcAft>
          <a:spcPct val="0"/>
        </a:spcAft>
        <a:buChar char="•"/>
        <a:defRPr kumimoji="1" lang="ja-JP" altLang="en-US" sz="1138" b="1" kern="1200" dirty="0" smtClean="0">
          <a:solidFill>
            <a:schemeClr val="accent6"/>
          </a:solidFill>
          <a:latin typeface="Meiryo UI" pitchFamily="50" charset="-128"/>
          <a:ea typeface="Meiryo UI" pitchFamily="50" charset="-128"/>
          <a:cs typeface="Meiryo UI" pitchFamily="50" charset="-128"/>
        </a:defRPr>
      </a:lvl1pPr>
      <a:lvl2pPr marL="527547" indent="-197347" algn="l" rtl="0" eaLnBrk="0" fontAlgn="base" hangingPunct="0">
        <a:spcBef>
          <a:spcPct val="20000"/>
        </a:spcBef>
        <a:spcAft>
          <a:spcPct val="0"/>
        </a:spcAft>
        <a:buChar char="–"/>
        <a:defRPr kumimoji="1" lang="ja-JP" altLang="en-US" sz="1138" b="1" kern="1200" dirty="0" smtClean="0">
          <a:solidFill>
            <a:schemeClr val="accent6"/>
          </a:solidFill>
          <a:latin typeface="Arial" charset="0"/>
          <a:ea typeface="ＭＳ Ｐゴシック" pitchFamily="50" charset="-128"/>
          <a:cs typeface="+mn-cs"/>
        </a:defRPr>
      </a:lvl2pPr>
      <a:lvl3pPr marL="817761" indent="-157361" algn="l" rtl="0" eaLnBrk="0" fontAlgn="base" hangingPunct="0">
        <a:spcBef>
          <a:spcPct val="20000"/>
        </a:spcBef>
        <a:spcAft>
          <a:spcPct val="0"/>
        </a:spcAft>
        <a:buChar char="•"/>
        <a:defRPr kumimoji="1" lang="ja-JP" altLang="en-US" sz="1138" b="1" kern="1200" dirty="0" smtClean="0">
          <a:solidFill>
            <a:schemeClr val="accent6"/>
          </a:solidFill>
          <a:latin typeface="Arial" charset="0"/>
          <a:ea typeface="ＭＳ Ｐゴシック" pitchFamily="50" charset="-128"/>
          <a:cs typeface="+mn-cs"/>
        </a:defRPr>
      </a:lvl3pPr>
      <a:lvl4pPr marL="1107976" indent="-157361" algn="l" rtl="0" eaLnBrk="0" fontAlgn="base" hangingPunct="0">
        <a:spcBef>
          <a:spcPct val="20000"/>
        </a:spcBef>
        <a:spcAft>
          <a:spcPct val="0"/>
        </a:spcAft>
        <a:buChar char="–"/>
        <a:defRPr kumimoji="1" sz="1381">
          <a:solidFill>
            <a:schemeClr val="tx1"/>
          </a:solidFill>
          <a:latin typeface="Arial" charset="0"/>
          <a:ea typeface="ＭＳ Ｐゴシック" pitchFamily="50" charset="-128"/>
        </a:defRPr>
      </a:lvl4pPr>
      <a:lvl5pPr marL="1423988" indent="-157361" algn="l" rtl="0" eaLnBrk="0" fontAlgn="base" hangingPunct="0">
        <a:spcBef>
          <a:spcPct val="20000"/>
        </a:spcBef>
        <a:spcAft>
          <a:spcPct val="0"/>
        </a:spcAft>
        <a:buChar char="»"/>
        <a:defRPr kumimoji="1" sz="1381">
          <a:solidFill>
            <a:schemeClr val="tx1"/>
          </a:solidFill>
          <a:latin typeface="Arial" charset="0"/>
          <a:ea typeface="ＭＳ Ｐゴシック" pitchFamily="50" charset="-128"/>
        </a:defRPr>
      </a:lvl5pPr>
      <a:lvl6pPr marL="1741140" indent="-158286" algn="l" rtl="0" fontAlgn="base">
        <a:spcBef>
          <a:spcPct val="20000"/>
        </a:spcBef>
        <a:spcAft>
          <a:spcPct val="0"/>
        </a:spcAft>
        <a:buChar char="»"/>
        <a:defRPr kumimoji="1" sz="1381">
          <a:solidFill>
            <a:schemeClr val="tx1"/>
          </a:solidFill>
          <a:latin typeface="Arial" charset="0"/>
          <a:ea typeface="MS PGothic" pitchFamily="50" charset="-128"/>
        </a:defRPr>
      </a:lvl6pPr>
      <a:lvl7pPr marL="2057712" indent="-158286" algn="l" rtl="0" fontAlgn="base">
        <a:spcBef>
          <a:spcPct val="20000"/>
        </a:spcBef>
        <a:spcAft>
          <a:spcPct val="0"/>
        </a:spcAft>
        <a:buChar char="»"/>
        <a:defRPr kumimoji="1" sz="1381">
          <a:solidFill>
            <a:schemeClr val="tx1"/>
          </a:solidFill>
          <a:latin typeface="Arial" charset="0"/>
          <a:ea typeface="MS PGothic" pitchFamily="50" charset="-128"/>
        </a:defRPr>
      </a:lvl7pPr>
      <a:lvl8pPr marL="2374283" indent="-158286" algn="l" rtl="0" fontAlgn="base">
        <a:spcBef>
          <a:spcPct val="20000"/>
        </a:spcBef>
        <a:spcAft>
          <a:spcPct val="0"/>
        </a:spcAft>
        <a:buChar char="»"/>
        <a:defRPr kumimoji="1" sz="1381">
          <a:solidFill>
            <a:schemeClr val="tx1"/>
          </a:solidFill>
          <a:latin typeface="Arial" charset="0"/>
          <a:ea typeface="MS PGothic" pitchFamily="50" charset="-128"/>
        </a:defRPr>
      </a:lvl8pPr>
      <a:lvl9pPr marL="2690854" indent="-158286" algn="l" rtl="0" fontAlgn="base">
        <a:spcBef>
          <a:spcPct val="20000"/>
        </a:spcBef>
        <a:spcAft>
          <a:spcPct val="0"/>
        </a:spcAft>
        <a:buChar char="»"/>
        <a:defRPr kumimoji="1" sz="1381">
          <a:solidFill>
            <a:schemeClr val="tx1"/>
          </a:solidFill>
          <a:latin typeface="Arial" charset="0"/>
          <a:ea typeface="MS PGothic" pitchFamily="50" charset="-128"/>
        </a:defRPr>
      </a:lvl9pPr>
    </p:bodyStyle>
    <p:otherStyle>
      <a:defPPr>
        <a:defRPr lang="ja-JP"/>
      </a:defPPr>
      <a:lvl1pPr marL="0" algn="l" defTabSz="633142" rtl="0" eaLnBrk="1" latinLnBrk="0" hangingPunct="1">
        <a:defRPr kumimoji="1" sz="1219" kern="1200">
          <a:solidFill>
            <a:schemeClr val="tx1"/>
          </a:solidFill>
          <a:latin typeface="+mn-lt"/>
          <a:ea typeface="+mn-ea"/>
          <a:cs typeface="+mn-cs"/>
        </a:defRPr>
      </a:lvl1pPr>
      <a:lvl2pPr marL="316571" algn="l" defTabSz="633142" rtl="0" eaLnBrk="1" latinLnBrk="0" hangingPunct="1">
        <a:defRPr kumimoji="1" sz="1219" kern="1200">
          <a:solidFill>
            <a:schemeClr val="tx1"/>
          </a:solidFill>
          <a:latin typeface="+mn-lt"/>
          <a:ea typeface="+mn-ea"/>
          <a:cs typeface="+mn-cs"/>
        </a:defRPr>
      </a:lvl2pPr>
      <a:lvl3pPr marL="633142" algn="l" defTabSz="633142" rtl="0" eaLnBrk="1" latinLnBrk="0" hangingPunct="1">
        <a:defRPr kumimoji="1" sz="1219" kern="1200">
          <a:solidFill>
            <a:schemeClr val="tx1"/>
          </a:solidFill>
          <a:latin typeface="+mn-lt"/>
          <a:ea typeface="+mn-ea"/>
          <a:cs typeface="+mn-cs"/>
        </a:defRPr>
      </a:lvl3pPr>
      <a:lvl4pPr marL="949713" algn="l" defTabSz="633142" rtl="0" eaLnBrk="1" latinLnBrk="0" hangingPunct="1">
        <a:defRPr kumimoji="1" sz="1219" kern="1200">
          <a:solidFill>
            <a:schemeClr val="tx1"/>
          </a:solidFill>
          <a:latin typeface="+mn-lt"/>
          <a:ea typeface="+mn-ea"/>
          <a:cs typeface="+mn-cs"/>
        </a:defRPr>
      </a:lvl4pPr>
      <a:lvl5pPr marL="1266284" algn="l" defTabSz="633142" rtl="0" eaLnBrk="1" latinLnBrk="0" hangingPunct="1">
        <a:defRPr kumimoji="1" sz="1219" kern="1200">
          <a:solidFill>
            <a:schemeClr val="tx1"/>
          </a:solidFill>
          <a:latin typeface="+mn-lt"/>
          <a:ea typeface="+mn-ea"/>
          <a:cs typeface="+mn-cs"/>
        </a:defRPr>
      </a:lvl5pPr>
      <a:lvl6pPr marL="1582855" algn="l" defTabSz="633142" rtl="0" eaLnBrk="1" latinLnBrk="0" hangingPunct="1">
        <a:defRPr kumimoji="1" sz="1219" kern="1200">
          <a:solidFill>
            <a:schemeClr val="tx1"/>
          </a:solidFill>
          <a:latin typeface="+mn-lt"/>
          <a:ea typeface="+mn-ea"/>
          <a:cs typeface="+mn-cs"/>
        </a:defRPr>
      </a:lvl6pPr>
      <a:lvl7pPr marL="1899426" algn="l" defTabSz="633142" rtl="0" eaLnBrk="1" latinLnBrk="0" hangingPunct="1">
        <a:defRPr kumimoji="1" sz="1219" kern="1200">
          <a:solidFill>
            <a:schemeClr val="tx1"/>
          </a:solidFill>
          <a:latin typeface="+mn-lt"/>
          <a:ea typeface="+mn-ea"/>
          <a:cs typeface="+mn-cs"/>
        </a:defRPr>
      </a:lvl7pPr>
      <a:lvl8pPr marL="2215997" algn="l" defTabSz="633142" rtl="0" eaLnBrk="1" latinLnBrk="0" hangingPunct="1">
        <a:defRPr kumimoji="1" sz="1219" kern="1200">
          <a:solidFill>
            <a:schemeClr val="tx1"/>
          </a:solidFill>
          <a:latin typeface="+mn-lt"/>
          <a:ea typeface="+mn-ea"/>
          <a:cs typeface="+mn-cs"/>
        </a:defRPr>
      </a:lvl8pPr>
      <a:lvl9pPr marL="2532568" algn="l" defTabSz="633142" rtl="0" eaLnBrk="1" latinLnBrk="0" hangingPunct="1">
        <a:defRPr kumimoji="1" sz="121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4/9/2026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
        <p:nvSpPr>
          <p:cNvPr id="7" name="フッター プレースホルダ 3">
            <a:extLst>
              <a:ext uri="{FF2B5EF4-FFF2-40B4-BE49-F238E27FC236}">
                <a16:creationId xmlns:a16="http://schemas.microsoft.com/office/drawing/2014/main" id="{0613FEA2-42F3-4C42-AABC-754EE3A55014}"/>
              </a:ext>
            </a:extLst>
          </p:cNvPr>
          <p:cNvSpPr txBox="1">
            <a:spLocks/>
          </p:cNvSpPr>
          <p:nvPr userDrawn="1"/>
        </p:nvSpPr>
        <p:spPr bwMode="gray">
          <a:xfrm>
            <a:off x="3175" y="6632575"/>
            <a:ext cx="4770438" cy="176399"/>
          </a:xfrm>
          <a:prstGeom prst="rect">
            <a:avLst/>
          </a:prstGeom>
          <a:noFill/>
          <a:ln w="9525">
            <a:noFill/>
            <a:miter lim="800000"/>
            <a:headEnd/>
            <a:tailEnd/>
          </a:ln>
        </p:spPr>
        <p:txBody>
          <a:bodyPr lIns="63314" tIns="31657" rIns="63314" bIns="31657">
            <a:spAutoFit/>
          </a:bodyPr>
          <a:lstStyle/>
          <a:p>
            <a:pPr marL="237331" indent="-237331" eaLnBrk="0" hangingPunct="0">
              <a:spcBef>
                <a:spcPct val="20000"/>
              </a:spcBef>
              <a:defRPr/>
            </a:pPr>
            <a:r>
              <a:rPr lang="en-US" altLang="ja-JP" sz="731" kern="0">
                <a:solidFill>
                  <a:srgbClr val="000000"/>
                </a:solidFill>
                <a:latin typeface="Arial" pitchFamily="34" charset="0"/>
                <a:ea typeface="ＭＳ Ｐゴシック" pitchFamily="50" charset="-128"/>
              </a:rPr>
              <a:t>Copyright © 2026 AIR WATER INC All Rights Reserved.</a:t>
            </a:r>
          </a:p>
        </p:txBody>
      </p:sp>
    </p:spTree>
    <p:extLst>
      <p:ext uri="{BB962C8B-B14F-4D97-AF65-F5344CB8AC3E}">
        <p14:creationId xmlns:p14="http://schemas.microsoft.com/office/powerpoint/2010/main" val="214232510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2.xml"/><Relationship Id="rId5" Type="http://schemas.openxmlformats.org/officeDocument/2006/relationships/image" Target="../media/image1.e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1.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1144588" y="1971835"/>
            <a:ext cx="7864475" cy="1958975"/>
          </a:xfrm>
          <a:prstGeom prst="rect">
            <a:avLst/>
          </a:prstGeom>
          <a:noFill/>
          <a:ln w="38100" cmpd="dbl">
            <a:solidFill>
              <a:schemeClr val="tx1"/>
            </a:solidFill>
            <a:miter lim="800000"/>
            <a:headEnd/>
            <a:tailEnd/>
          </a:ln>
        </p:spPr>
        <p:txBody>
          <a:bodyPr lIns="78466" tIns="39234" rIns="78466" bIns="39234" anchor="ctr" anchorCtr="1"/>
          <a:lstStyle/>
          <a:p>
            <a:pPr algn="ctr" eaLnBrk="0" hangingPunct="0"/>
            <a:r>
              <a:rPr lang="ja-JP" altLang="en-US" sz="2600" dirty="0"/>
              <a:t>固定資産実査</a:t>
            </a:r>
            <a:endParaRPr lang="en-US" altLang="ja-JP" sz="2600" dirty="0"/>
          </a:p>
          <a:p>
            <a:pPr algn="ctr" eaLnBrk="0" hangingPunct="0"/>
            <a:r>
              <a:rPr lang="ja-JP" altLang="en-US" sz="2600" dirty="0"/>
              <a:t>説明資料</a:t>
            </a:r>
            <a:endParaRPr lang="en-US" altLang="ja-JP" sz="2600" dirty="0"/>
          </a:p>
        </p:txBody>
      </p:sp>
      <p:sp>
        <p:nvSpPr>
          <p:cNvPr id="8" name="Rectangle 4"/>
          <p:cNvSpPr>
            <a:spLocks noChangeArrowheads="1"/>
          </p:cNvSpPr>
          <p:nvPr/>
        </p:nvSpPr>
        <p:spPr bwMode="auto">
          <a:xfrm>
            <a:off x="1354138" y="4180111"/>
            <a:ext cx="7162800" cy="1481137"/>
          </a:xfrm>
          <a:prstGeom prst="rect">
            <a:avLst/>
          </a:prstGeom>
          <a:noFill/>
          <a:ln w="9525">
            <a:noFill/>
            <a:miter lim="800000"/>
            <a:headEnd/>
            <a:tailEnd/>
          </a:ln>
        </p:spPr>
        <p:txBody>
          <a:bodyPr lIns="77925" tIns="38963" rIns="77925" bIns="38963"/>
          <a:lstStyle/>
          <a:p>
            <a:pPr algn="ctr" eaLnBrk="0" hangingPunct="0">
              <a:lnSpc>
                <a:spcPct val="80000"/>
              </a:lnSpc>
              <a:spcBef>
                <a:spcPct val="20000"/>
              </a:spcBef>
            </a:pPr>
            <a:endParaRPr kumimoji="1" lang="en-US" altLang="ja-JP"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eaLnBrk="0" hangingPunct="0">
              <a:lnSpc>
                <a:spcPct val="80000"/>
              </a:lnSpc>
              <a:spcBef>
                <a:spcPct val="20000"/>
              </a:spcBef>
            </a:pPr>
            <a:r>
              <a:rPr kumimoji="1" lang="en-US" altLang="ja-JP" sz="1800" b="0">
                <a:solidFill>
                  <a:srgbClr val="000000"/>
                </a:solidFill>
                <a:latin typeface="Meiryo UI" panose="020B0604030504040204" pitchFamily="50" charset="-128"/>
                <a:ea typeface="Meiryo UI" panose="020B0604030504040204" pitchFamily="50" charset="-128"/>
                <a:cs typeface="Meiryo UI" panose="020B0604030504040204" pitchFamily="50" charset="-128"/>
              </a:rPr>
              <a:t>2026/4/</a:t>
            </a:r>
            <a:r>
              <a:rPr kumimoji="1" lang="en-US" altLang="ja-JP"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9</a:t>
            </a:r>
          </a:p>
          <a:p>
            <a:pPr algn="ctr" eaLnBrk="0" hangingPunct="0">
              <a:lnSpc>
                <a:spcPct val="80000"/>
              </a:lnSpc>
              <a:spcBef>
                <a:spcPct val="20000"/>
              </a:spcBef>
            </a:pPr>
            <a:r>
              <a:rPr kumimoji="1" lang="ja-JP" altLang="en-US"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エア・ウォーター株式会社</a:t>
            </a:r>
            <a:endParaRPr kumimoji="1" lang="en-US" altLang="ja-JP"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pPr algn="ctr" eaLnBrk="0" hangingPunct="0">
              <a:lnSpc>
                <a:spcPct val="80000"/>
              </a:lnSpc>
              <a:spcBef>
                <a:spcPct val="20000"/>
              </a:spcBef>
            </a:pPr>
            <a:r>
              <a:rPr lang="ja-JP" altLang="en-US" sz="18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経理室</a:t>
            </a:r>
            <a:endParaRPr kumimoji="1" lang="en-US" altLang="ja-JP" sz="1800" b="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780447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A6695-7103-8936-BE98-71E7BE4B4D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B9C8265-28A8-1B39-51EB-60B17C0F191A}"/>
              </a:ext>
            </a:extLst>
          </p:cNvPr>
          <p:cNvSpPr>
            <a:spLocks noGrp="1"/>
          </p:cNvSpPr>
          <p:nvPr>
            <p:ph type="title"/>
          </p:nvPr>
        </p:nvSpPr>
        <p:spPr/>
        <p:txBody>
          <a:bodyPr/>
          <a:lstStyle/>
          <a:p>
            <a:r>
              <a:rPr lang="ja-JP" altLang="en-US">
                <a:solidFill>
                  <a:schemeClr val="tx1"/>
                </a:solidFill>
              </a:rPr>
              <a:t>目次</a:t>
            </a:r>
            <a:endParaRPr kumimoji="1" lang="ja-JP" altLang="en-US" b="1">
              <a:solidFill>
                <a:schemeClr val="tx1"/>
              </a:solidFill>
            </a:endParaRPr>
          </a:p>
        </p:txBody>
      </p:sp>
      <p:graphicFrame>
        <p:nvGraphicFramePr>
          <p:cNvPr id="6" name="コンテンツ プレースホルダー 2">
            <a:extLst>
              <a:ext uri="{FF2B5EF4-FFF2-40B4-BE49-F238E27FC236}">
                <a16:creationId xmlns:a16="http://schemas.microsoft.com/office/drawing/2014/main" id="{FBFA69FE-C282-5EBE-3241-E073ACBA3070}"/>
              </a:ext>
            </a:extLst>
          </p:cNvPr>
          <p:cNvGraphicFramePr>
            <a:graphicFrameLocks/>
          </p:cNvGraphicFramePr>
          <p:nvPr>
            <p:extLst>
              <p:ext uri="{D42A27DB-BD31-4B8C-83A1-F6EECF244321}">
                <p14:modId xmlns:p14="http://schemas.microsoft.com/office/powerpoint/2010/main" val="1836947527"/>
              </p:ext>
            </p:extLst>
          </p:nvPr>
        </p:nvGraphicFramePr>
        <p:xfrm>
          <a:off x="408201" y="1035745"/>
          <a:ext cx="6747374" cy="2641490"/>
        </p:xfrm>
        <a:graphic>
          <a:graphicData uri="http://schemas.openxmlformats.org/drawingml/2006/table">
            <a:tbl>
              <a:tblPr firstRow="1" bandRow="1">
                <a:tableStyleId>{21E4AEA4-8DFA-4A89-87EB-49C32662AFE0}</a:tableStyleId>
              </a:tblPr>
              <a:tblGrid>
                <a:gridCol w="361654">
                  <a:extLst>
                    <a:ext uri="{9D8B030D-6E8A-4147-A177-3AD203B41FA5}">
                      <a16:colId xmlns:a16="http://schemas.microsoft.com/office/drawing/2014/main" val="3150705543"/>
                    </a:ext>
                  </a:extLst>
                </a:gridCol>
                <a:gridCol w="4299102">
                  <a:extLst>
                    <a:ext uri="{9D8B030D-6E8A-4147-A177-3AD203B41FA5}">
                      <a16:colId xmlns:a16="http://schemas.microsoft.com/office/drawing/2014/main" val="20000"/>
                    </a:ext>
                  </a:extLst>
                </a:gridCol>
                <a:gridCol w="2086618">
                  <a:extLst>
                    <a:ext uri="{9D8B030D-6E8A-4147-A177-3AD203B41FA5}">
                      <a16:colId xmlns:a16="http://schemas.microsoft.com/office/drawing/2014/main" val="1559501836"/>
                    </a:ext>
                  </a:extLst>
                </a:gridCol>
              </a:tblGrid>
              <a:tr h="56941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1" lang="en-US" altLang="ja-JP" sz="1400" b="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1</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1" lang="ja-JP" altLang="en-US" sz="1400" b="0" strike="noStrike" kern="12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本説明の目的・狙い</a:t>
                      </a:r>
                      <a:endParaRPr kumimoji="1" lang="en-US" altLang="ja-JP" sz="1400" b="0" strike="noStrike" kern="12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ja-JP" sz="1400" b="0" strike="noStrike">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3</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730705"/>
                  </a:ext>
                </a:extLst>
              </a:tr>
              <a:tr h="56941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1" lang="en-US" altLang="ja-JP" sz="1400" b="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2</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1" lang="ja-JP" altLang="en-US" sz="1400" b="0" strike="noStrike" kern="12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rPr>
                        <a:t>体制</a:t>
                      </a:r>
                      <a:endParaRPr kumimoji="1" lang="en-US" altLang="ja-JP" sz="1400" b="0" strike="noStrike" kern="1200">
                        <a:solidFill>
                          <a:sysClr val="windowText" lastClr="000000"/>
                        </a:solidFill>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33142"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eiryo UI" panose="020B0604030504040204" pitchFamily="50" charset="-128"/>
                        </a:rPr>
                        <a:t>4</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6941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1" lang="en-US" altLang="ja-JP" sz="1400" b="0"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rPr>
                        <a:t>3</a:t>
                      </a:r>
                      <a:endParaRPr kumimoji="1" lang="ja-JP" altLang="ja-JP" sz="1400" b="0"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1" lang="ja-JP" altLang="en-US" sz="1400" b="0" strike="noStrike"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rPr>
                        <a:t>有形固定資産実査について</a:t>
                      </a:r>
                      <a:endParaRPr kumimoji="1" lang="ja-JP" altLang="ja-JP" sz="1400" b="0" strike="noStrike"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33142"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eiryo UI" panose="020B0604030504040204" pitchFamily="50" charset="-128"/>
                        </a:rPr>
                        <a:t>6</a:t>
                      </a: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6941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1" lang="en-US" altLang="ja-JP" sz="1400" b="0" kern="1200" dirty="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rPr>
                        <a:t>4</a:t>
                      </a:r>
                      <a:endParaRPr kumimoji="1" lang="ja-JP" altLang="ja-JP" sz="1400" b="0" kern="1200" dirty="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r>
                        <a:rPr kumimoji="1" lang="ja-JP" altLang="en-US" sz="1400" b="0" strike="noStrike" kern="1200" dirty="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rPr>
                        <a:t>問い合わせ先</a:t>
                      </a:r>
                      <a:endParaRPr kumimoji="1" lang="ja-JP" altLang="ja-JP" sz="1400" b="0" strike="noStrike" kern="1200" dirty="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33142"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eiryo UI" panose="020B0604030504040204" pitchFamily="50" charset="-128"/>
                        </a:rPr>
                        <a:t>16</a:t>
                      </a:r>
                      <a:endParaRPr kumimoji="1" lang="en-US" altLang="ja-JP" sz="1400" b="0" i="0" u="none" strike="noStrike" kern="1200" cap="none" spc="0" normalizeH="0" baseline="0" noProof="0" dirty="0">
                        <a:ln>
                          <a:noFill/>
                        </a:ln>
                        <a:solidFill>
                          <a:sysClr val="windowText" lastClr="00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5446544"/>
                  </a:ext>
                </a:extLst>
              </a:tr>
              <a:tr h="363826">
                <a:tc>
                  <a: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endParaRPr kumimoji="1" lang="ja-JP" altLang="ja-JP" sz="1400" b="0" kern="1200">
                        <a:solidFill>
                          <a:sysClr val="windowText" lastClr="000000"/>
                        </a:solidFill>
                        <a:effectLs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defRPr/>
                      </a:pPr>
                      <a:endParaRPr kumimoji="1" lang="en-US" altLang="ja-JP" sz="1400" b="0" strike="noStrike" kern="1200">
                        <a:solidFill>
                          <a:sysClr val="windowText" lastClr="000000"/>
                        </a:solidFill>
                        <a:effectLst/>
                        <a:highlight>
                          <a:srgbClr val="FFFF00"/>
                        </a:highlight>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33142" rtl="0" eaLnBrk="1" fontAlgn="auto" latinLnBrk="0" hangingPunct="1">
                        <a:lnSpc>
                          <a:spcPct val="100000"/>
                        </a:lnSpc>
                        <a:spcBef>
                          <a:spcPts val="0"/>
                        </a:spcBef>
                        <a:spcAft>
                          <a:spcPts val="0"/>
                        </a:spcAft>
                        <a:buClrTx/>
                        <a:buSzTx/>
                        <a:buFontTx/>
                        <a:buNone/>
                        <a:tabLst/>
                        <a:defRPr/>
                      </a:pPr>
                      <a:endParaRPr kumimoji="1" lang="en-US" altLang="ja-JP" sz="1400" b="0" i="0" u="none" strike="noStrike" kern="1200" cap="none" spc="0" normalizeH="0" baseline="0" noProof="0" dirty="0">
                        <a:ln>
                          <a:noFill/>
                        </a:ln>
                        <a:solidFill>
                          <a:sysClr val="windowText" lastClr="000000"/>
                        </a:solidFill>
                        <a:effectLst/>
                        <a:highlight>
                          <a:srgbClr val="FFFF00"/>
                        </a:highlight>
                        <a:uLnTx/>
                        <a:uFillTx/>
                        <a:latin typeface="Meiryo UI" panose="020B0604030504040204" pitchFamily="50" charset="-128"/>
                        <a:ea typeface="Meiryo UI" panose="020B0604030504040204" pitchFamily="50" charset="-128"/>
                        <a:cs typeface="Meiryo UI" panose="020B0604030504040204" pitchFamily="50" charset="-128"/>
                      </a:endParaRPr>
                    </a:p>
                  </a:txBody>
                  <a:tcPr marL="36000" marR="36000" marT="36000" marB="36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6800317"/>
                  </a:ext>
                </a:extLst>
              </a:tr>
            </a:tbl>
          </a:graphicData>
        </a:graphic>
      </p:graphicFrame>
    </p:spTree>
    <p:extLst>
      <p:ext uri="{BB962C8B-B14F-4D97-AF65-F5344CB8AC3E}">
        <p14:creationId xmlns:p14="http://schemas.microsoft.com/office/powerpoint/2010/main" val="634306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オブジェクト 16" hidden="1">
            <a:extLst>
              <a:ext uri="{FF2B5EF4-FFF2-40B4-BE49-F238E27FC236}">
                <a16:creationId xmlns:a16="http://schemas.microsoft.com/office/drawing/2014/main" id="{4AA8D760-E523-4870-BFCE-6BE552036A9B}"/>
              </a:ext>
            </a:extLst>
          </p:cNvPr>
          <p:cNvGraphicFramePr>
            <a:graphicFrameLocks noChangeAspect="1"/>
          </p:cNvGraphicFramePr>
          <p:nvPr>
            <p:custDataLst>
              <p:tags r:id="rId1"/>
            </p:custDataLst>
          </p:nvPr>
        </p:nvGraphicFramePr>
        <p:xfrm>
          <a:off x="929978" y="644228"/>
          <a:ext cx="1290" cy="1290"/>
        </p:xfrm>
        <a:graphic>
          <a:graphicData uri="http://schemas.openxmlformats.org/presentationml/2006/ole">
            <mc:AlternateContent xmlns:mc="http://schemas.openxmlformats.org/markup-compatibility/2006">
              <mc:Choice xmlns:v="urn:schemas-microsoft-com:vml" Requires="v">
                <p:oleObj name="think-cellスライド" r:id="rId4" imgW="353" imgH="353" progId="TCLayout.ActiveDocument.1">
                  <p:embed/>
                </p:oleObj>
              </mc:Choice>
              <mc:Fallback>
                <p:oleObj name="think-cellスライド" r:id="rId4" imgW="353" imgH="353" progId="TCLayout.ActiveDocument.1">
                  <p:embed/>
                  <p:pic>
                    <p:nvPicPr>
                      <p:cNvPr id="17" name="オブジェクト 16" hidden="1">
                        <a:extLst>
                          <a:ext uri="{FF2B5EF4-FFF2-40B4-BE49-F238E27FC236}">
                            <a16:creationId xmlns:a16="http://schemas.microsoft.com/office/drawing/2014/main" id="{4AA8D760-E523-4870-BFCE-6BE552036A9B}"/>
                          </a:ext>
                        </a:extLst>
                      </p:cNvPr>
                      <p:cNvPicPr/>
                      <p:nvPr/>
                    </p:nvPicPr>
                    <p:blipFill>
                      <a:blip r:embed="rId5"/>
                      <a:stretch>
                        <a:fillRect/>
                      </a:stretch>
                    </p:blipFill>
                    <p:spPr>
                      <a:xfrm>
                        <a:off x="929978" y="644228"/>
                        <a:ext cx="1290" cy="1290"/>
                      </a:xfrm>
                      <a:prstGeom prst="rect">
                        <a:avLst/>
                      </a:prstGeom>
                    </p:spPr>
                  </p:pic>
                </p:oleObj>
              </mc:Fallback>
            </mc:AlternateContent>
          </a:graphicData>
        </a:graphic>
      </p:graphicFrame>
      <p:sp>
        <p:nvSpPr>
          <p:cNvPr id="11" name="タイトル 1">
            <a:extLst>
              <a:ext uri="{FF2B5EF4-FFF2-40B4-BE49-F238E27FC236}">
                <a16:creationId xmlns:a16="http://schemas.microsoft.com/office/drawing/2014/main" id="{1EA5B9C4-0B9D-491A-931B-B3715A51400A}"/>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本説明の目的・狙い</a:t>
            </a:r>
          </a:p>
        </p:txBody>
      </p:sp>
      <p:grpSp>
        <p:nvGrpSpPr>
          <p:cNvPr id="6" name="グループ化 5">
            <a:extLst>
              <a:ext uri="{FF2B5EF4-FFF2-40B4-BE49-F238E27FC236}">
                <a16:creationId xmlns:a16="http://schemas.microsoft.com/office/drawing/2014/main" id="{5DDEA9A0-9AD5-693C-4715-2A6CA55909C7}"/>
              </a:ext>
            </a:extLst>
          </p:cNvPr>
          <p:cNvGrpSpPr/>
          <p:nvPr/>
        </p:nvGrpSpPr>
        <p:grpSpPr>
          <a:xfrm>
            <a:off x="163350" y="1174298"/>
            <a:ext cx="9348281" cy="4756945"/>
            <a:chOff x="262647" y="972658"/>
            <a:chExt cx="9348281" cy="2702196"/>
          </a:xfrm>
        </p:grpSpPr>
        <p:sp>
          <p:nvSpPr>
            <p:cNvPr id="7" name="テキスト ボックス 6">
              <a:extLst>
                <a:ext uri="{FF2B5EF4-FFF2-40B4-BE49-F238E27FC236}">
                  <a16:creationId xmlns:a16="http://schemas.microsoft.com/office/drawing/2014/main" id="{91C49E34-2545-6D39-C01A-3F7EC679F5C7}"/>
                </a:ext>
              </a:extLst>
            </p:cNvPr>
            <p:cNvSpPr txBox="1"/>
            <p:nvPr/>
          </p:nvSpPr>
          <p:spPr>
            <a:xfrm>
              <a:off x="352390" y="981475"/>
              <a:ext cx="9086850" cy="2461043"/>
            </a:xfrm>
            <a:prstGeom prst="rect">
              <a:avLst/>
            </a:prstGeom>
            <a:noFill/>
          </p:spPr>
          <p:txBody>
            <a:bodyPr wrap="square" lIns="36000" rIns="36000" rtlCol="0">
              <a:noAutofit/>
            </a:bodyPr>
            <a:lstStyle/>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r>
                <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本資料は、</a:t>
              </a:r>
              <a:r>
                <a:rPr kumimoji="1"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2026</a:t>
              </a:r>
              <a:r>
                <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月末残高に対して実施する、売掛金の残高確認、及び固定資産の実査の留意点をまとめている。</a:t>
              </a:r>
              <a:endParaRPr kumimoji="1"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endParaRPr kumimoji="1"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r>
                <a:rPr kumimoji="1"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AW</a:t>
              </a:r>
              <a:r>
                <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グループは</a:t>
              </a:r>
              <a:r>
                <a:rPr kumimoji="1" lang="en-US" altLang="ja-JP"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2026</a:t>
              </a:r>
              <a:r>
                <a:rPr kumimoji="1" lang="ja-JP" altLang="en-US"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年</a:t>
              </a:r>
              <a:r>
                <a:rPr lang="en-US" altLang="ja-JP"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3</a:t>
              </a:r>
              <a:r>
                <a:rPr lang="ja-JP" altLang="en-US"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月末売掛金残高に対し、親会社及び全ての連結子会社が有する売掛金に残高確認状を発送（</a:t>
              </a:r>
              <a:r>
                <a:rPr lang="en-US" altLang="ja-JP"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一部の売掛金は発送対象外）し、残高確認を実施する</a:t>
              </a:r>
              <a:r>
                <a:rPr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endParaRPr kumimoji="1"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r>
                <a:rPr kumimoji="1"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AW</a:t>
              </a:r>
              <a:r>
                <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グループは、</a:t>
              </a:r>
              <a:r>
                <a:rPr kumimoji="1" lang="en-US" altLang="ja-JP"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2026</a:t>
              </a:r>
              <a:r>
                <a:rPr kumimoji="1" lang="ja-JP" altLang="en-US"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年</a:t>
              </a:r>
              <a:r>
                <a:rPr kumimoji="1" lang="en-US" altLang="ja-JP"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3</a:t>
              </a:r>
              <a:r>
                <a:rPr kumimoji="1" lang="ja-JP" altLang="en-US"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月末固定資産残高に対し、原則として</a:t>
              </a:r>
              <a:r>
                <a:rPr lang="ja-JP" altLang="en-US"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親会社及び全ての連結子会社が有する</a:t>
              </a:r>
              <a:r>
                <a:rPr kumimoji="1" lang="ja-JP" altLang="en-US"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rPr>
                <a:t>有形固定資産を実査する。</a:t>
              </a:r>
              <a:endParaRPr kumimoji="1" lang="en-US" altLang="ja-JP"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endParaRPr kumimoji="1" lang="en-US" altLang="ja-JP" sz="1600" b="1" u="sng">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r>
                <a:rPr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売掛金の残高確認を行うことで実在性及び期間帰属の適切性、及び有形固定資産の実査を行うことで実在性</a:t>
              </a:r>
              <a:r>
                <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rPr>
                <a:t>を疎明することが可能となる重要手続きである</a:t>
              </a:r>
              <a:r>
                <a:rPr kumimoji="1" lang="ja-JP" altLang="en-US" sz="1600">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1600" b="1" u="sng">
                  <a:latin typeface="Meiryo UI" panose="020B0604030504040204" pitchFamily="50" charset="-128"/>
                  <a:ea typeface="Meiryo UI" panose="020B0604030504040204" pitchFamily="50" charset="-128"/>
                  <a:cs typeface="Meiryo UI" panose="020B0604030504040204" pitchFamily="50" charset="-128"/>
                </a:rPr>
                <a:t>これらの手続を自主点検の一環として</a:t>
              </a:r>
              <a:r>
                <a:rPr kumimoji="1" lang="en-US" altLang="ja-JP" sz="1600" b="1" u="sng">
                  <a:latin typeface="Meiryo UI" panose="020B0604030504040204" pitchFamily="50" charset="-128"/>
                  <a:ea typeface="Meiryo UI" panose="020B0604030504040204" pitchFamily="50" charset="-128"/>
                  <a:cs typeface="Meiryo UI" panose="020B0604030504040204" pitchFamily="50" charset="-128"/>
                </a:rPr>
                <a:t>AW</a:t>
              </a:r>
              <a:r>
                <a:rPr kumimoji="1" lang="ja-JP" altLang="en-US" sz="1600" b="1" u="sng">
                  <a:latin typeface="Meiryo UI" panose="020B0604030504040204" pitchFamily="50" charset="-128"/>
                  <a:ea typeface="Meiryo UI" panose="020B0604030504040204" pitchFamily="50" charset="-128"/>
                  <a:cs typeface="Meiryo UI" panose="020B0604030504040204" pitchFamily="50" charset="-128"/>
                </a:rPr>
                <a:t>グループ自らが行うことが求められている</a:t>
              </a:r>
              <a:r>
                <a:rPr kumimoji="1" lang="ja-JP" altLang="en-US" sz="1600">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600">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r>
                <a:rPr lang="ja-JP" altLang="en-US" sz="1600" b="1" u="sng">
                  <a:solidFill>
                    <a:srgbClr val="FF0000"/>
                  </a:solidFill>
                  <a:latin typeface="Meiryo UI" panose="020B0604030504040204" pitchFamily="50" charset="-128"/>
                  <a:ea typeface="Meiryo UI" panose="020B0604030504040204" pitchFamily="50" charset="-128"/>
                  <a:cs typeface="Meiryo UI" panose="020B0604030504040204" pitchFamily="50" charset="-128"/>
                </a:rPr>
                <a:t>不適切な会計処理が行われているという疑念を社会から受けていること、また</a:t>
              </a:r>
              <a:r>
                <a:rPr lang="en-US" altLang="ja-JP" sz="1600" b="1" u="sng">
                  <a:solidFill>
                    <a:srgbClr val="FF0000"/>
                  </a:solidFill>
                  <a:latin typeface="Meiryo UI" panose="020B0604030504040204" pitchFamily="50" charset="-128"/>
                  <a:ea typeface="Meiryo UI" panose="020B0604030504040204" pitchFamily="50" charset="-128"/>
                  <a:cs typeface="Meiryo UI" panose="020B0604030504040204" pitchFamily="50" charset="-128"/>
                </a:rPr>
                <a:t>AW</a:t>
              </a:r>
              <a:r>
                <a:rPr lang="ja-JP" altLang="en-US" sz="1600" b="1" u="sng">
                  <a:solidFill>
                    <a:srgbClr val="FF0000"/>
                  </a:solidFill>
                  <a:latin typeface="Meiryo UI" panose="020B0604030504040204" pitchFamily="50" charset="-128"/>
                  <a:ea typeface="Meiryo UI" panose="020B0604030504040204" pitchFamily="50" charset="-128"/>
                  <a:cs typeface="Meiryo UI" panose="020B0604030504040204" pitchFamily="50" charset="-128"/>
                </a:rPr>
                <a:t>グループとして危機を迎えているという認識のもと、本説明の手続に則った厳格な売掛金残高確認・有形固定資産実査の実施を目指す。</a:t>
              </a:r>
              <a:endParaRPr lang="en-US" altLang="ja-JP" sz="1600" b="1" u="sng">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Arial" panose="020B0604020202020204" pitchFamily="34" charset="0"/>
                <a:buChar char="•"/>
              </a:pPr>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lang="en-US" altLang="ja-JP"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a:p>
              <a:endParaRPr kumimoji="1" lang="ja-JP" altLang="en-US" sz="1600">
                <a:solidFill>
                  <a:schemeClr val="accent4"/>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四角形: 角を丸くする 7">
              <a:extLst>
                <a:ext uri="{FF2B5EF4-FFF2-40B4-BE49-F238E27FC236}">
                  <a16:creationId xmlns:a16="http://schemas.microsoft.com/office/drawing/2014/main" id="{771790EF-C586-7F48-C4C1-81970CF2B71A}"/>
                </a:ext>
              </a:extLst>
            </p:cNvPr>
            <p:cNvSpPr/>
            <p:nvPr/>
          </p:nvSpPr>
          <p:spPr>
            <a:xfrm>
              <a:off x="262647" y="972658"/>
              <a:ext cx="9348281" cy="2702196"/>
            </a:xfrm>
            <a:prstGeom prst="roundRect">
              <a:avLst>
                <a:gd name="adj" fmla="val 10072"/>
              </a:avLst>
            </a:prstGeom>
            <a:noFill/>
            <a:ln w="127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321798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56C33-B136-16A0-5A3D-497819270F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944E221-CCD4-0222-B4D4-1E4A0CC6F412}"/>
              </a:ext>
            </a:extLst>
          </p:cNvPr>
          <p:cNvSpPr>
            <a:spLocks noGrp="1"/>
          </p:cNvSpPr>
          <p:nvPr>
            <p:ph type="title"/>
          </p:nvPr>
        </p:nvSpPr>
        <p:spPr>
          <a:xfrm>
            <a:off x="2180860" y="2984439"/>
            <a:ext cx="5544281" cy="748112"/>
          </a:xfrm>
          <a:ln>
            <a:solidFill>
              <a:schemeClr val="tx1"/>
            </a:solidFill>
          </a:ln>
        </p:spPr>
        <p:txBody>
          <a:bodyPr anchor="ctr"/>
          <a:lstStyle/>
          <a:p>
            <a:pPr algn="ctr"/>
            <a:r>
              <a:rPr kumimoji="1" lang="ja-JP" altLang="en-US"/>
              <a:t>体制</a:t>
            </a:r>
          </a:p>
        </p:txBody>
      </p:sp>
    </p:spTree>
    <p:extLst>
      <p:ext uri="{BB962C8B-B14F-4D97-AF65-F5344CB8AC3E}">
        <p14:creationId xmlns:p14="http://schemas.microsoft.com/office/powerpoint/2010/main" val="1652626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23EB-CB93-AFF3-6792-49D8B8EC02D0}"/>
            </a:ext>
          </a:extLst>
        </p:cNvPr>
        <p:cNvGrpSpPr/>
        <p:nvPr/>
      </p:nvGrpSpPr>
      <p:grpSpPr>
        <a:xfrm>
          <a:off x="0" y="0"/>
          <a:ext cx="0" cy="0"/>
          <a:chOff x="0" y="0"/>
          <a:chExt cx="0" cy="0"/>
        </a:xfrm>
      </p:grpSpPr>
      <p:sp>
        <p:nvSpPr>
          <p:cNvPr id="10" name="タイトル 1">
            <a:extLst>
              <a:ext uri="{FF2B5EF4-FFF2-40B4-BE49-F238E27FC236}">
                <a16:creationId xmlns:a16="http://schemas.microsoft.com/office/drawing/2014/main" id="{9B1469E0-1B5C-4277-E7BC-1B1D9804B505}"/>
              </a:ext>
            </a:extLst>
          </p:cNvPr>
          <p:cNvSpPr txBox="1">
            <a:spLocks/>
          </p:cNvSpPr>
          <p:nvPr/>
        </p:nvSpPr>
        <p:spPr bwMode="auto">
          <a:xfrm>
            <a:off x="8378579" y="773632"/>
            <a:ext cx="1369758" cy="4260738"/>
          </a:xfrm>
          <a:prstGeom prst="rect">
            <a:avLst/>
          </a:prstGeom>
          <a:solidFill>
            <a:srgbClr val="FFFFCC"/>
          </a:solidFill>
          <a:ln w="38100">
            <a:solidFill>
              <a:schemeClr val="tx1"/>
            </a:solid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ja-JP" altLang="en-US" sz="1800"/>
              <a:t>各社・拠点</a:t>
            </a:r>
            <a:endParaRPr lang="en-US" altLang="ja-JP" sz="1800"/>
          </a:p>
          <a:p>
            <a:pPr algn="ctr"/>
            <a:r>
              <a:rPr lang="ja-JP" altLang="en-US" sz="1800"/>
              <a:t>（実施責任者）</a:t>
            </a:r>
          </a:p>
        </p:txBody>
      </p:sp>
      <p:sp>
        <p:nvSpPr>
          <p:cNvPr id="36" name="タイトル 1">
            <a:extLst>
              <a:ext uri="{FF2B5EF4-FFF2-40B4-BE49-F238E27FC236}">
                <a16:creationId xmlns:a16="http://schemas.microsoft.com/office/drawing/2014/main" id="{AC629DEF-F385-938D-747A-F1F57FD82450}"/>
              </a:ext>
            </a:extLst>
          </p:cNvPr>
          <p:cNvSpPr txBox="1">
            <a:spLocks/>
          </p:cNvSpPr>
          <p:nvPr/>
        </p:nvSpPr>
        <p:spPr bwMode="auto">
          <a:xfrm>
            <a:off x="2843868" y="755100"/>
            <a:ext cx="2381295" cy="1871631"/>
          </a:xfrm>
          <a:prstGeom prst="rect">
            <a:avLst/>
          </a:prstGeom>
          <a:solidFill>
            <a:srgbClr val="FFFFCC"/>
          </a:solidFill>
          <a:ln w="9525">
            <a:solidFill>
              <a:schemeClr val="tx1"/>
            </a:solidFill>
            <a:miter lim="800000"/>
            <a:headEnd/>
            <a:tailEnd/>
          </a:ln>
        </p:spPr>
        <p:txBody>
          <a:bodyPr wrap="squar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800"/>
              <a:t>AW</a:t>
            </a:r>
            <a:r>
              <a:rPr lang="ja-JP" altLang="en-US" sz="1800"/>
              <a:t>事務局</a:t>
            </a:r>
            <a:endParaRPr lang="en-US" altLang="ja-JP" sz="1800">
              <a:highlight>
                <a:srgbClr val="FFFF00"/>
              </a:highlight>
            </a:endParaRPr>
          </a:p>
        </p:txBody>
      </p:sp>
      <p:sp>
        <p:nvSpPr>
          <p:cNvPr id="37" name="タイトル 1">
            <a:extLst>
              <a:ext uri="{FF2B5EF4-FFF2-40B4-BE49-F238E27FC236}">
                <a16:creationId xmlns:a16="http://schemas.microsoft.com/office/drawing/2014/main" id="{C5BEC150-5095-7A1E-CAF8-872E4B92F1A9}"/>
              </a:ext>
            </a:extLst>
          </p:cNvPr>
          <p:cNvSpPr txBox="1">
            <a:spLocks/>
          </p:cNvSpPr>
          <p:nvPr/>
        </p:nvSpPr>
        <p:spPr bwMode="auto">
          <a:xfrm>
            <a:off x="318782" y="755100"/>
            <a:ext cx="1848985" cy="4279270"/>
          </a:xfrm>
          <a:prstGeom prst="rect">
            <a:avLst/>
          </a:prstGeom>
          <a:solidFill>
            <a:srgbClr val="F9DFF9"/>
          </a:solidFill>
          <a:ln w="9525">
            <a:solidFill>
              <a:schemeClr val="tx1"/>
            </a:solidFill>
            <a:miter lim="800000"/>
            <a:headEnd/>
            <a:tailEnd/>
          </a:ln>
        </p:spPr>
        <p:txBody>
          <a:bodyPr wrap="none" lIns="77114" tIns="37880" rIns="77114" bIns="37880" anchor="ctr">
            <a:noAutofit/>
          </a:bodyP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800"/>
              <a:t>AW</a:t>
            </a:r>
            <a:r>
              <a:rPr lang="ja-JP" altLang="en-US" sz="1800"/>
              <a:t>サポート</a:t>
            </a:r>
            <a:endParaRPr lang="en-US" altLang="ja-JP" sz="1800"/>
          </a:p>
          <a:p>
            <a:pPr algn="ctr"/>
            <a:r>
              <a:rPr lang="ja-JP" altLang="en-US" sz="1800"/>
              <a:t>チーム</a:t>
            </a:r>
            <a:endParaRPr lang="en-US" altLang="ja-JP" sz="1800"/>
          </a:p>
          <a:p>
            <a:pPr algn="ctr"/>
            <a:r>
              <a:rPr lang="ja-JP" altLang="en-US" sz="1800"/>
              <a:t>（固定資産・</a:t>
            </a:r>
            <a:endParaRPr lang="en-US" altLang="ja-JP" sz="1800"/>
          </a:p>
          <a:p>
            <a:pPr algn="ctr"/>
            <a:r>
              <a:rPr lang="ja-JP" altLang="en-US" sz="1800"/>
              <a:t>残確チーム）</a:t>
            </a:r>
            <a:endParaRPr lang="en-US" altLang="ja-JP" sz="1800"/>
          </a:p>
        </p:txBody>
      </p:sp>
      <p:sp>
        <p:nvSpPr>
          <p:cNvPr id="38" name="タイトル 1">
            <a:extLst>
              <a:ext uri="{FF2B5EF4-FFF2-40B4-BE49-F238E27FC236}">
                <a16:creationId xmlns:a16="http://schemas.microsoft.com/office/drawing/2014/main" id="{4DD935D0-4738-78D8-2900-D0AE1D4458D7}"/>
              </a:ext>
            </a:extLst>
          </p:cNvPr>
          <p:cNvSpPr txBox="1">
            <a:spLocks/>
          </p:cNvSpPr>
          <p:nvPr/>
        </p:nvSpPr>
        <p:spPr bwMode="auto">
          <a:xfrm>
            <a:off x="2840951" y="3283376"/>
            <a:ext cx="2381295" cy="748112"/>
          </a:xfrm>
          <a:prstGeom prst="rect">
            <a:avLst/>
          </a:prstGeom>
          <a:solidFill>
            <a:srgbClr val="F9DFF9"/>
          </a:solidFill>
          <a:ln w="9525">
            <a:solidFill>
              <a:schemeClr val="tx1"/>
            </a:solid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en-US" altLang="ja-JP" sz="1800"/>
              <a:t>AW</a:t>
            </a:r>
            <a:r>
              <a:rPr lang="ja-JP" altLang="en-US" sz="1800"/>
              <a:t>子会社サポートチーム</a:t>
            </a:r>
            <a:endParaRPr lang="en-US" altLang="ja-JP" sz="1800"/>
          </a:p>
          <a:p>
            <a:pPr algn="ctr"/>
            <a:r>
              <a:rPr lang="ja-JP" altLang="en-US" sz="1800"/>
              <a:t>（デロイト）</a:t>
            </a:r>
          </a:p>
        </p:txBody>
      </p:sp>
      <p:cxnSp>
        <p:nvCxnSpPr>
          <p:cNvPr id="39" name="直線矢印コネクタ 38">
            <a:extLst>
              <a:ext uri="{FF2B5EF4-FFF2-40B4-BE49-F238E27FC236}">
                <a16:creationId xmlns:a16="http://schemas.microsoft.com/office/drawing/2014/main" id="{4859AEFD-4B0A-0F54-D7A6-A11BBD3A4EA4}"/>
              </a:ext>
            </a:extLst>
          </p:cNvPr>
          <p:cNvCxnSpPr>
            <a:cxnSpLocks/>
          </p:cNvCxnSpPr>
          <p:nvPr/>
        </p:nvCxnSpPr>
        <p:spPr bwMode="auto">
          <a:xfrm>
            <a:off x="2231472" y="1491782"/>
            <a:ext cx="503339"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sp>
        <p:nvSpPr>
          <p:cNvPr id="5" name="タイトル 1">
            <a:extLst>
              <a:ext uri="{FF2B5EF4-FFF2-40B4-BE49-F238E27FC236}">
                <a16:creationId xmlns:a16="http://schemas.microsoft.com/office/drawing/2014/main" id="{EDFA688F-A327-D4BE-5FF4-8EDD12C7EADA}"/>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１．体制（イメージ図）</a:t>
            </a:r>
          </a:p>
        </p:txBody>
      </p:sp>
      <p:cxnSp>
        <p:nvCxnSpPr>
          <p:cNvPr id="8" name="直線矢印コネクタ 7">
            <a:extLst>
              <a:ext uri="{FF2B5EF4-FFF2-40B4-BE49-F238E27FC236}">
                <a16:creationId xmlns:a16="http://schemas.microsoft.com/office/drawing/2014/main" id="{B2398CC4-018D-F6EA-5F8C-CAB7D909600F}"/>
              </a:ext>
            </a:extLst>
          </p:cNvPr>
          <p:cNvCxnSpPr>
            <a:cxnSpLocks/>
          </p:cNvCxnSpPr>
          <p:nvPr/>
        </p:nvCxnSpPr>
        <p:spPr bwMode="auto">
          <a:xfrm>
            <a:off x="5272468" y="1229187"/>
            <a:ext cx="3106111"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cxnSp>
        <p:nvCxnSpPr>
          <p:cNvPr id="6" name="直線矢印コネクタ 5">
            <a:extLst>
              <a:ext uri="{FF2B5EF4-FFF2-40B4-BE49-F238E27FC236}">
                <a16:creationId xmlns:a16="http://schemas.microsoft.com/office/drawing/2014/main" id="{6BD5C568-60F4-CCCA-E370-50F172D108FF}"/>
              </a:ext>
            </a:extLst>
          </p:cNvPr>
          <p:cNvCxnSpPr>
            <a:cxnSpLocks/>
          </p:cNvCxnSpPr>
          <p:nvPr/>
        </p:nvCxnSpPr>
        <p:spPr bwMode="auto">
          <a:xfrm flipH="1">
            <a:off x="5222246" y="1697813"/>
            <a:ext cx="3156333"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sp>
        <p:nvSpPr>
          <p:cNvPr id="9" name="タイトル 1">
            <a:extLst>
              <a:ext uri="{FF2B5EF4-FFF2-40B4-BE49-F238E27FC236}">
                <a16:creationId xmlns:a16="http://schemas.microsoft.com/office/drawing/2014/main" id="{1894CD39-7E59-5691-A077-673716BD06AB}"/>
              </a:ext>
            </a:extLst>
          </p:cNvPr>
          <p:cNvSpPr txBox="1">
            <a:spLocks/>
          </p:cNvSpPr>
          <p:nvPr/>
        </p:nvSpPr>
        <p:spPr bwMode="auto">
          <a:xfrm>
            <a:off x="6042232" y="1785801"/>
            <a:ext cx="1404693" cy="235895"/>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ja-JP" altLang="en-US" sz="1400" dirty="0"/>
              <a:t>対応結果の定期報告</a:t>
            </a:r>
            <a:r>
              <a:rPr lang="en-US" altLang="ja-JP" sz="1400" dirty="0"/>
              <a:t>(*1)</a:t>
            </a:r>
          </a:p>
        </p:txBody>
      </p:sp>
      <p:cxnSp>
        <p:nvCxnSpPr>
          <p:cNvPr id="12" name="直線矢印コネクタ 11">
            <a:extLst>
              <a:ext uri="{FF2B5EF4-FFF2-40B4-BE49-F238E27FC236}">
                <a16:creationId xmlns:a16="http://schemas.microsoft.com/office/drawing/2014/main" id="{F5F3F30D-FDE2-4740-F5B7-4541D30E8C64}"/>
              </a:ext>
            </a:extLst>
          </p:cNvPr>
          <p:cNvCxnSpPr>
            <a:cxnSpLocks/>
          </p:cNvCxnSpPr>
          <p:nvPr/>
        </p:nvCxnSpPr>
        <p:spPr bwMode="auto">
          <a:xfrm>
            <a:off x="5272468" y="4892903"/>
            <a:ext cx="3106111"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sp>
        <p:nvSpPr>
          <p:cNvPr id="13" name="タイトル 1">
            <a:extLst>
              <a:ext uri="{FF2B5EF4-FFF2-40B4-BE49-F238E27FC236}">
                <a16:creationId xmlns:a16="http://schemas.microsoft.com/office/drawing/2014/main" id="{D27D9954-44F8-43C5-85E9-4B3995C7A77D}"/>
              </a:ext>
            </a:extLst>
          </p:cNvPr>
          <p:cNvSpPr txBox="1">
            <a:spLocks/>
          </p:cNvSpPr>
          <p:nvPr/>
        </p:nvSpPr>
        <p:spPr bwMode="auto">
          <a:xfrm>
            <a:off x="5272468" y="4353728"/>
            <a:ext cx="3055888" cy="483054"/>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ja-JP" altLang="en-US" sz="1400"/>
              <a:t>（一部の固定資産実査）</a:t>
            </a:r>
            <a:endParaRPr lang="en-US" altLang="ja-JP" sz="1400"/>
          </a:p>
          <a:p>
            <a:r>
              <a:rPr lang="ja-JP" altLang="en-US" sz="1400"/>
              <a:t> 立会人として実査に立会</a:t>
            </a:r>
            <a:r>
              <a:rPr lang="en-US" altLang="ja-JP" sz="1400"/>
              <a:t>(*2)</a:t>
            </a:r>
          </a:p>
        </p:txBody>
      </p:sp>
      <p:sp>
        <p:nvSpPr>
          <p:cNvPr id="14" name="タイトル 1">
            <a:extLst>
              <a:ext uri="{FF2B5EF4-FFF2-40B4-BE49-F238E27FC236}">
                <a16:creationId xmlns:a16="http://schemas.microsoft.com/office/drawing/2014/main" id="{63956862-AB9D-C88A-8A51-C7F953838AE3}"/>
              </a:ext>
            </a:extLst>
          </p:cNvPr>
          <p:cNvSpPr txBox="1">
            <a:spLocks/>
          </p:cNvSpPr>
          <p:nvPr/>
        </p:nvSpPr>
        <p:spPr bwMode="auto">
          <a:xfrm>
            <a:off x="2147484" y="855131"/>
            <a:ext cx="981084" cy="748112"/>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ja-JP" altLang="en-US" sz="1400"/>
              <a:t>サポート</a:t>
            </a:r>
            <a:endParaRPr lang="en-US" altLang="ja-JP" sz="1400"/>
          </a:p>
        </p:txBody>
      </p:sp>
      <p:cxnSp>
        <p:nvCxnSpPr>
          <p:cNvPr id="15" name="直線矢印コネクタ 14">
            <a:extLst>
              <a:ext uri="{FF2B5EF4-FFF2-40B4-BE49-F238E27FC236}">
                <a16:creationId xmlns:a16="http://schemas.microsoft.com/office/drawing/2014/main" id="{58F53F46-DCF0-D347-62C3-34C11EF7F47F}"/>
              </a:ext>
            </a:extLst>
          </p:cNvPr>
          <p:cNvCxnSpPr>
            <a:cxnSpLocks/>
          </p:cNvCxnSpPr>
          <p:nvPr/>
        </p:nvCxnSpPr>
        <p:spPr bwMode="auto">
          <a:xfrm flipV="1">
            <a:off x="3416192" y="2626731"/>
            <a:ext cx="0" cy="656645"/>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sp>
        <p:nvSpPr>
          <p:cNvPr id="26" name="タイトル 1">
            <a:extLst>
              <a:ext uri="{FF2B5EF4-FFF2-40B4-BE49-F238E27FC236}">
                <a16:creationId xmlns:a16="http://schemas.microsoft.com/office/drawing/2014/main" id="{6455B8AF-CA53-45BB-81C8-82E11F6B8E19}"/>
              </a:ext>
            </a:extLst>
          </p:cNvPr>
          <p:cNvSpPr txBox="1">
            <a:spLocks/>
          </p:cNvSpPr>
          <p:nvPr/>
        </p:nvSpPr>
        <p:spPr bwMode="auto">
          <a:xfrm>
            <a:off x="3466416" y="2787392"/>
            <a:ext cx="967096" cy="416864"/>
          </a:xfrm>
          <a:prstGeom prst="rect">
            <a:avLst/>
          </a:prstGeom>
          <a:noFill/>
          <a:ln w="9525">
            <a:noFill/>
            <a:miter lim="800000"/>
            <a:headEnd/>
            <a:tailEnd/>
          </a:ln>
        </p:spPr>
        <p:txBody>
          <a:bodyPr wrap="squar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ja-JP" altLang="en-US" sz="1400"/>
              <a:t>サポート</a:t>
            </a:r>
          </a:p>
        </p:txBody>
      </p:sp>
      <p:sp>
        <p:nvSpPr>
          <p:cNvPr id="27" name="タイトル 1">
            <a:extLst>
              <a:ext uri="{FF2B5EF4-FFF2-40B4-BE49-F238E27FC236}">
                <a16:creationId xmlns:a16="http://schemas.microsoft.com/office/drawing/2014/main" id="{43A4C11B-CDED-B701-DE4D-6ADD378ED7C5}"/>
              </a:ext>
            </a:extLst>
          </p:cNvPr>
          <p:cNvSpPr txBox="1">
            <a:spLocks/>
          </p:cNvSpPr>
          <p:nvPr/>
        </p:nvSpPr>
        <p:spPr bwMode="auto">
          <a:xfrm>
            <a:off x="2840950" y="4267726"/>
            <a:ext cx="2381295" cy="748112"/>
          </a:xfrm>
          <a:prstGeom prst="rect">
            <a:avLst/>
          </a:prstGeom>
          <a:solidFill>
            <a:srgbClr val="F9DFF9"/>
          </a:solidFill>
          <a:ln w="9525">
            <a:solidFill>
              <a:schemeClr val="tx1"/>
            </a:solidFill>
            <a:miter lim="800000"/>
            <a:headEnd/>
            <a:tailEnd/>
          </a:ln>
        </p:spPr>
        <p:txBody>
          <a:bodyPr wrap="squar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ja-JP" altLang="en-US" sz="1100"/>
              <a:t>子会社の管理担当者、親会社の管理担当者、外部専門家</a:t>
            </a:r>
            <a:endParaRPr lang="en-US" altLang="ja-JP" sz="1100"/>
          </a:p>
          <a:p>
            <a:pPr algn="ctr"/>
            <a:r>
              <a:rPr lang="ja-JP" altLang="en-US" sz="1100"/>
              <a:t>のいずれか</a:t>
            </a:r>
          </a:p>
        </p:txBody>
      </p:sp>
      <p:cxnSp>
        <p:nvCxnSpPr>
          <p:cNvPr id="30" name="直線矢印コネクタ 29">
            <a:extLst>
              <a:ext uri="{FF2B5EF4-FFF2-40B4-BE49-F238E27FC236}">
                <a16:creationId xmlns:a16="http://schemas.microsoft.com/office/drawing/2014/main" id="{BDD92607-8479-E1BF-C4FD-9CCE01F92232}"/>
              </a:ext>
            </a:extLst>
          </p:cNvPr>
          <p:cNvCxnSpPr>
            <a:cxnSpLocks/>
          </p:cNvCxnSpPr>
          <p:nvPr/>
        </p:nvCxnSpPr>
        <p:spPr bwMode="auto">
          <a:xfrm>
            <a:off x="2231472" y="3632372"/>
            <a:ext cx="503339"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cxnSp>
        <p:nvCxnSpPr>
          <p:cNvPr id="31" name="直線矢印コネクタ 30">
            <a:extLst>
              <a:ext uri="{FF2B5EF4-FFF2-40B4-BE49-F238E27FC236}">
                <a16:creationId xmlns:a16="http://schemas.microsoft.com/office/drawing/2014/main" id="{1445BA77-C426-0474-16F7-CF292633C3E1}"/>
              </a:ext>
            </a:extLst>
          </p:cNvPr>
          <p:cNvCxnSpPr>
            <a:cxnSpLocks/>
          </p:cNvCxnSpPr>
          <p:nvPr/>
        </p:nvCxnSpPr>
        <p:spPr bwMode="auto">
          <a:xfrm>
            <a:off x="2231472" y="4665616"/>
            <a:ext cx="503339" cy="0"/>
          </a:xfrm>
          <a:prstGeom prst="straightConnector1">
            <a:avLst/>
          </a:prstGeom>
          <a:solidFill>
            <a:srgbClr val="FFFFFF"/>
          </a:solidFill>
          <a:ln w="63500" cap="flat" cmpd="sng" algn="ctr">
            <a:solidFill>
              <a:schemeClr val="accent2"/>
            </a:solidFill>
            <a:prstDash val="solid"/>
            <a:round/>
            <a:headEnd type="none" w="med" len="med"/>
            <a:tailEnd type="triangle"/>
          </a:ln>
          <a:effectLst/>
        </p:spPr>
      </p:cxnSp>
      <p:sp>
        <p:nvSpPr>
          <p:cNvPr id="32" name="タイトル 1">
            <a:extLst>
              <a:ext uri="{FF2B5EF4-FFF2-40B4-BE49-F238E27FC236}">
                <a16:creationId xmlns:a16="http://schemas.microsoft.com/office/drawing/2014/main" id="{61BB2B97-EA33-3DB0-A93D-79671F922E48}"/>
              </a:ext>
            </a:extLst>
          </p:cNvPr>
          <p:cNvSpPr txBox="1">
            <a:spLocks/>
          </p:cNvSpPr>
          <p:nvPr/>
        </p:nvSpPr>
        <p:spPr bwMode="auto">
          <a:xfrm>
            <a:off x="2126755" y="3073173"/>
            <a:ext cx="981084" cy="748112"/>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ja-JP" altLang="en-US" sz="1400"/>
              <a:t>サポート</a:t>
            </a:r>
            <a:endParaRPr lang="en-US" altLang="ja-JP" sz="1400"/>
          </a:p>
        </p:txBody>
      </p:sp>
      <p:sp>
        <p:nvSpPr>
          <p:cNvPr id="33" name="タイトル 1">
            <a:extLst>
              <a:ext uri="{FF2B5EF4-FFF2-40B4-BE49-F238E27FC236}">
                <a16:creationId xmlns:a16="http://schemas.microsoft.com/office/drawing/2014/main" id="{13C25CE6-1760-F97B-560F-6C745E36DA00}"/>
              </a:ext>
            </a:extLst>
          </p:cNvPr>
          <p:cNvSpPr txBox="1">
            <a:spLocks/>
          </p:cNvSpPr>
          <p:nvPr/>
        </p:nvSpPr>
        <p:spPr bwMode="auto">
          <a:xfrm>
            <a:off x="2126755" y="4078814"/>
            <a:ext cx="981084" cy="748112"/>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ja-JP" altLang="en-US" sz="1400"/>
              <a:t>サポート</a:t>
            </a:r>
            <a:endParaRPr lang="en-US" altLang="ja-JP" sz="1400"/>
          </a:p>
        </p:txBody>
      </p:sp>
      <p:sp>
        <p:nvSpPr>
          <p:cNvPr id="3" name="タイトル 1">
            <a:extLst>
              <a:ext uri="{FF2B5EF4-FFF2-40B4-BE49-F238E27FC236}">
                <a16:creationId xmlns:a16="http://schemas.microsoft.com/office/drawing/2014/main" id="{98FD8F86-5A6D-F457-9C3E-DDE9B6504518}"/>
              </a:ext>
            </a:extLst>
          </p:cNvPr>
          <p:cNvSpPr txBox="1">
            <a:spLocks/>
          </p:cNvSpPr>
          <p:nvPr/>
        </p:nvSpPr>
        <p:spPr bwMode="auto">
          <a:xfrm>
            <a:off x="5272468" y="616944"/>
            <a:ext cx="3138724" cy="753924"/>
          </a:xfrm>
          <a:prstGeom prst="rect">
            <a:avLst/>
          </a:prstGeom>
          <a:noFill/>
          <a:ln w="9525">
            <a:no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ja-JP" altLang="en-US" sz="1200"/>
              <a:t>①通達・チェックリスト発出</a:t>
            </a:r>
            <a:endParaRPr lang="en-US" altLang="ja-JP" sz="1200"/>
          </a:p>
          <a:p>
            <a:r>
              <a:rPr lang="ja-JP" altLang="en-US" sz="1200"/>
              <a:t>②各社対応状況の品質管理・モニタリング</a:t>
            </a:r>
            <a:endParaRPr lang="en-US" altLang="ja-JP" sz="1200"/>
          </a:p>
        </p:txBody>
      </p:sp>
      <p:sp>
        <p:nvSpPr>
          <p:cNvPr id="4" name="タイトル 1">
            <a:extLst>
              <a:ext uri="{FF2B5EF4-FFF2-40B4-BE49-F238E27FC236}">
                <a16:creationId xmlns:a16="http://schemas.microsoft.com/office/drawing/2014/main" id="{4A170092-DCFA-6BD9-EC22-A3EE830285A7}"/>
              </a:ext>
            </a:extLst>
          </p:cNvPr>
          <p:cNvSpPr txBox="1">
            <a:spLocks/>
          </p:cNvSpPr>
          <p:nvPr/>
        </p:nvSpPr>
        <p:spPr bwMode="auto">
          <a:xfrm>
            <a:off x="339308" y="5155007"/>
            <a:ext cx="9324809" cy="1102924"/>
          </a:xfrm>
          <a:prstGeom prst="rect">
            <a:avLst/>
          </a:prstGeom>
          <a:noFill/>
          <a:ln w="9525">
            <a:noFill/>
            <a:miter lim="800000"/>
            <a:headEnd/>
            <a:tailEnd/>
          </a:ln>
        </p:spPr>
        <p:txBody>
          <a:bodyPr wrap="square" lIns="77114" tIns="37880" rIns="77114" bIns="37880" anchor="ctr">
            <a:noAutofit/>
          </a:bodyP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r>
              <a:rPr lang="en-US" altLang="ja-JP" sz="1400" u="sng" dirty="0"/>
              <a:t>(*1)</a:t>
            </a:r>
            <a:r>
              <a:rPr lang="ja-JP" altLang="en-US" sz="1400" u="sng" dirty="0"/>
              <a:t>対応状況の定期報告</a:t>
            </a:r>
            <a:endParaRPr lang="en-US" altLang="ja-JP" sz="1400" u="sng" dirty="0"/>
          </a:p>
          <a:p>
            <a:r>
              <a:rPr lang="ja-JP" altLang="en-US" sz="1400" b="0" dirty="0"/>
              <a:t>各社が、所管する拠点の結果を取りまとめ、有形固定資産実査の対応状況</a:t>
            </a:r>
            <a:r>
              <a:rPr lang="ja-JP" altLang="en-US" sz="1400" b="0"/>
              <a:t>を</a:t>
            </a:r>
            <a:r>
              <a:rPr lang="ja-JP" altLang="en-US" sz="1400" u="sng"/>
              <a:t>定期的に</a:t>
            </a:r>
            <a:r>
              <a:rPr lang="ja-JP" altLang="en-US" sz="1400" u="sng" dirty="0"/>
              <a:t>コントロールシートを</a:t>
            </a:r>
            <a:r>
              <a:rPr lang="en-US" altLang="ja-JP" sz="1400" u="sng" dirty="0" err="1"/>
              <a:t>Sharepoint</a:t>
            </a:r>
            <a:r>
              <a:rPr lang="ja-JP" altLang="en-US" sz="1400" u="sng" dirty="0"/>
              <a:t>に格納する</a:t>
            </a:r>
            <a:r>
              <a:rPr lang="ja-JP" altLang="en-US" sz="1400" b="0" dirty="0"/>
              <a:t>という方法でご対応をいただきます。</a:t>
            </a:r>
            <a:endParaRPr lang="en-US" altLang="ja-JP" sz="1400" dirty="0"/>
          </a:p>
          <a:p>
            <a:r>
              <a:rPr lang="en-US" altLang="ja-JP" sz="1400" u="sng" dirty="0"/>
              <a:t>(*2):</a:t>
            </a:r>
            <a:r>
              <a:rPr lang="ja-JP" altLang="en-US" sz="1400" u="sng" dirty="0"/>
              <a:t>固定資産実査</a:t>
            </a:r>
            <a:endParaRPr lang="en-US" altLang="ja-JP" sz="1400" u="sng" dirty="0"/>
          </a:p>
          <a:p>
            <a:r>
              <a:rPr lang="ja-JP" altLang="en-US" sz="1400" b="0" dirty="0"/>
              <a:t>一部の固定資産について、各社・拠点が実施する実査に立会人として立会することを想定しています。</a:t>
            </a:r>
            <a:endParaRPr lang="en-US" altLang="ja-JP" sz="1400" b="0" dirty="0"/>
          </a:p>
        </p:txBody>
      </p:sp>
    </p:spTree>
    <p:extLst>
      <p:ext uri="{BB962C8B-B14F-4D97-AF65-F5344CB8AC3E}">
        <p14:creationId xmlns:p14="http://schemas.microsoft.com/office/powerpoint/2010/main" val="3926968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1277D-3230-10CD-A865-64CECC31EC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23F3DC-E56A-E882-1337-48A74D8A24FF}"/>
              </a:ext>
            </a:extLst>
          </p:cNvPr>
          <p:cNvSpPr>
            <a:spLocks noGrp="1"/>
          </p:cNvSpPr>
          <p:nvPr>
            <p:ph type="title"/>
          </p:nvPr>
        </p:nvSpPr>
        <p:spPr>
          <a:xfrm>
            <a:off x="2180860" y="2984439"/>
            <a:ext cx="5544281" cy="748112"/>
          </a:xfrm>
          <a:ln>
            <a:solidFill>
              <a:schemeClr val="tx1"/>
            </a:solidFill>
          </a:ln>
        </p:spPr>
        <p:txBody>
          <a:bodyPr anchor="ctr"/>
          <a:lstStyle/>
          <a:p>
            <a:pPr algn="ctr"/>
            <a:r>
              <a:rPr lang="ja-JP" altLang="en-US"/>
              <a:t>固定資産実査について</a:t>
            </a:r>
            <a:endParaRPr kumimoji="1" lang="ja-JP" altLang="en-US"/>
          </a:p>
        </p:txBody>
      </p:sp>
    </p:spTree>
    <p:extLst>
      <p:ext uri="{BB962C8B-B14F-4D97-AF65-F5344CB8AC3E}">
        <p14:creationId xmlns:p14="http://schemas.microsoft.com/office/powerpoint/2010/main" val="3681504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756AA-84E9-8DB6-E0B7-A840F48E2129}"/>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8844457E-47CB-B76D-D8F1-97D941343FE4}"/>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１．固定資産実査について（全般）</a:t>
            </a:r>
          </a:p>
        </p:txBody>
      </p:sp>
      <p:sp>
        <p:nvSpPr>
          <p:cNvPr id="3" name="テキスト ボックス 2">
            <a:extLst>
              <a:ext uri="{FF2B5EF4-FFF2-40B4-BE49-F238E27FC236}">
                <a16:creationId xmlns:a16="http://schemas.microsoft.com/office/drawing/2014/main" id="{70170D28-8187-1D47-7344-4B2F079ADCDE}"/>
              </a:ext>
            </a:extLst>
          </p:cNvPr>
          <p:cNvSpPr txBox="1"/>
          <p:nvPr/>
        </p:nvSpPr>
        <p:spPr>
          <a:xfrm>
            <a:off x="337930" y="884583"/>
            <a:ext cx="9193696" cy="2057400"/>
          </a:xfrm>
          <a:prstGeom prst="rect">
            <a:avLst/>
          </a:prstGeom>
          <a:noFill/>
        </p:spPr>
        <p:txBody>
          <a:bodyPr wrap="square" lIns="36000" rIns="36000" rtlCol="0">
            <a:noAutofit/>
          </a:bodyPr>
          <a:lstStyle/>
          <a:p>
            <a:pPr marL="285750" indent="-285750">
              <a:buFont typeface="Wingdings" panose="05000000000000000000" pitchFamily="2" charset="2"/>
              <a:buChar char="l"/>
            </a:pPr>
            <a:r>
              <a:rPr lang="ja-JP" altLang="en-US"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固定資産実査</a:t>
            </a:r>
            <a:r>
              <a:rPr kumimoji="1" lang="ja-JP" altLang="en-US"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とは</a:t>
            </a:r>
            <a:endParaRPr kumimoji="1"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kumimoji="1"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帳簿上計上されている有形固定資産につき、帳簿と整合する固定資産台帳と現物を突合することにより、実際に現物が存在し、帳簿、台帳の情報と一致しているが確認する手続である。</a:t>
            </a:r>
            <a:endParaRPr kumimoji="1"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kumimoji="1"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使用状況も確認することで、遊休資産や長期滞留している建設仮勘定の有無も把握し適切な資産管理にも資する手続である。</a:t>
            </a:r>
            <a:endParaRPr kumimoji="1"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342900" indent="-342900">
              <a:spcAft>
                <a:spcPts val="300"/>
              </a:spcAft>
              <a:buFont typeface="Wingdings" panose="05000000000000000000" pitchFamily="2" charset="2"/>
              <a:buChar char="l"/>
            </a:pPr>
            <a:r>
              <a:rPr lang="ja-JP" altLang="en-US"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固定資産実査の必要性</a:t>
            </a:r>
            <a:endPar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資産の実在性は、資産取得時に入手する資料等より確認することもできるが、あくまで書類上の確認にとどまる。</a:t>
            </a: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一方で固定資産実査は現物を直接確認するため、資産の実在性について書類上の確認よりも強い証拠力を有する。</a:t>
            </a: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現在の</a:t>
            </a: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AW</a:t>
            </a: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グループの状況から、自己点検の一環として、証拠力が強い固定資産実査を実施することとした。</a:t>
            </a: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lvl="1" indent="0">
              <a:spcAft>
                <a:spcPts val="300"/>
              </a:spcAft>
            </a:pP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300"/>
              </a:spcAft>
              <a:buFont typeface="Arial" panose="020B0604020202020204" pitchFamily="34" charset="0"/>
              <a:buChar char="•"/>
            </a:pPr>
            <a:endParaRPr kumimoji="1" lang="ja-JP" altLang="en-US" sz="18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05465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E34AC-8EDE-6F55-0980-2C2F187150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4E45E89-0149-4892-936C-8F2B76CD895B}"/>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２．方針（</a:t>
            </a:r>
            <a:r>
              <a:rPr lang="en-US" altLang="ja-JP" sz="2275" b="1"/>
              <a:t>1/2</a:t>
            </a:r>
            <a:r>
              <a:rPr lang="ja-JP" altLang="en-US" sz="2275" b="1"/>
              <a:t>）</a:t>
            </a:r>
          </a:p>
        </p:txBody>
      </p:sp>
      <p:sp>
        <p:nvSpPr>
          <p:cNvPr id="5" name="テキスト ボックス 4">
            <a:extLst>
              <a:ext uri="{FF2B5EF4-FFF2-40B4-BE49-F238E27FC236}">
                <a16:creationId xmlns:a16="http://schemas.microsoft.com/office/drawing/2014/main" id="{EAB45716-54E0-ED19-D602-819A5F0D192E}"/>
              </a:ext>
            </a:extLst>
          </p:cNvPr>
          <p:cNvSpPr txBox="1"/>
          <p:nvPr/>
        </p:nvSpPr>
        <p:spPr>
          <a:xfrm>
            <a:off x="256761" y="601988"/>
            <a:ext cx="9374256" cy="5513061"/>
          </a:xfrm>
          <a:prstGeom prst="rect">
            <a:avLst/>
          </a:prstGeom>
          <a:noFill/>
        </p:spPr>
        <p:txBody>
          <a:bodyPr wrap="square" lIns="36000" rIns="36000" rtlCol="0">
            <a:noAutofit/>
          </a:bodyPr>
          <a:lstStyle/>
          <a:p>
            <a:pPr marL="285750" indent="-285750">
              <a:buFont typeface="Wingdings" panose="05000000000000000000" pitchFamily="2" charset="2"/>
              <a:buChar char="l"/>
            </a:pPr>
            <a:r>
              <a:rPr kumimoji="1" lang="ja-JP" altLang="en-US"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基準日</a:t>
            </a:r>
            <a:endParaRPr kumimoji="1"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2026/3/31</a:t>
            </a:r>
            <a:b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b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実査は</a:t>
            </a: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4/24</a:t>
            </a: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までに実施し、ロールバック</a:t>
            </a: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基準日以降の期間について書類にて確認すること</a:t>
            </a: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を行う。</a:t>
            </a: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buFont typeface="Wingdings" panose="05000000000000000000" pitchFamily="2" charset="2"/>
              <a:buChar char="l"/>
            </a:pPr>
            <a:r>
              <a:rPr lang="ja-JP" altLang="en-US"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固定資産実査手続対象となる子会社、対象資産</a:t>
            </a:r>
            <a:endPar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親会社及びすべての連結子会社の、すべての有形固定資産を対象とする。</a:t>
            </a: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285750" indent="-285750">
              <a:spcAft>
                <a:spcPts val="600"/>
              </a:spcAft>
              <a:buFont typeface="Wingdings" panose="05000000000000000000" pitchFamily="2" charset="2"/>
              <a:buChar char="l"/>
            </a:pPr>
            <a:r>
              <a:rPr lang="ja-JP" altLang="en-US"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勘定科目</a:t>
            </a:r>
            <a:endPar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建物および構築物</a:t>
            </a:r>
            <a:endParaRPr lang="en-US" altLang="ja-JP" sz="1800">
              <a:solidFill>
                <a:schemeClr val="accent6"/>
              </a:solidFill>
              <a:highlight>
                <a:srgbClr val="FFFF00"/>
              </a:highlight>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機械装置および運搬具</a:t>
            </a: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工具器具および備品</a:t>
            </a: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土地</a:t>
            </a: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建設仮勘定</a:t>
            </a: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800" b="1" u="sng">
                <a:solidFill>
                  <a:schemeClr val="accent6"/>
                </a:solidFill>
                <a:latin typeface="Meiryo UI" panose="020B0604030504040204" pitchFamily="50" charset="-128"/>
                <a:ea typeface="Meiryo UI" panose="020B0604030504040204" pitchFamily="50" charset="-128"/>
                <a:cs typeface="Meiryo UI" panose="020B0604030504040204" pitchFamily="50" charset="-128"/>
              </a:rPr>
              <a:t>貯蔵品に含まれる予備品（設備予備品）のうち、実地棚卸対象外のもの</a:t>
            </a:r>
            <a:endParaRPr lang="en-US" altLang="ja-JP" sz="1800" b="1" u="sng">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lvl="1" indent="0">
              <a:spcAft>
                <a:spcPts val="600"/>
              </a:spcAft>
            </a:pPr>
            <a:r>
              <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800">
                <a:solidFill>
                  <a:schemeClr val="accent6"/>
                </a:solidFill>
                <a:latin typeface="Meiryo UI" panose="020B0604030504040204" pitchFamily="50" charset="-128"/>
                <a:ea typeface="Meiryo UI" panose="020B0604030504040204" pitchFamily="50" charset="-128"/>
                <a:cs typeface="Meiryo UI" panose="020B0604030504040204" pitchFamily="50" charset="-128"/>
              </a:rPr>
              <a:t>上記に含まれるリース資産も固定資産実査の対象となる。</a:t>
            </a:r>
            <a:endParaRPr lang="en-US" altLang="ja-JP" sz="1800" b="1" u="sng">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endParaRPr lang="en-US" altLang="ja-JP" sz="18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532905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6317C-4C16-90D0-9163-AA5CB1E0D1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6CAE5AF-07A2-A678-0662-C5819741CC29}"/>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２．方針（</a:t>
            </a:r>
            <a:r>
              <a:rPr lang="en-US" altLang="ja-JP" sz="2275" b="1"/>
              <a:t>2/2</a:t>
            </a:r>
            <a:r>
              <a:rPr lang="ja-JP" altLang="en-US" sz="2275" b="1"/>
              <a:t>）</a:t>
            </a:r>
            <a:endParaRPr lang="en-US" altLang="ja-JP" sz="2275" b="1"/>
          </a:p>
          <a:p>
            <a:pPr algn="l"/>
            <a:endParaRPr lang="ja-JP" altLang="en-US" sz="2275" b="1"/>
          </a:p>
        </p:txBody>
      </p:sp>
      <p:sp>
        <p:nvSpPr>
          <p:cNvPr id="5" name="テキスト ボックス 4">
            <a:extLst>
              <a:ext uri="{FF2B5EF4-FFF2-40B4-BE49-F238E27FC236}">
                <a16:creationId xmlns:a16="http://schemas.microsoft.com/office/drawing/2014/main" id="{41ADA843-4A36-FD4E-9678-400E194BC6E0}"/>
              </a:ext>
            </a:extLst>
          </p:cNvPr>
          <p:cNvSpPr txBox="1"/>
          <p:nvPr/>
        </p:nvSpPr>
        <p:spPr>
          <a:xfrm>
            <a:off x="256761" y="601988"/>
            <a:ext cx="9374256" cy="4530185"/>
          </a:xfrm>
          <a:prstGeom prst="rect">
            <a:avLst/>
          </a:prstGeom>
          <a:noFill/>
        </p:spPr>
        <p:txBody>
          <a:bodyPr wrap="square" lIns="36000" rIns="36000" rtlCol="0">
            <a:noAutofit/>
          </a:bodyPr>
          <a:lstStyle/>
          <a:p>
            <a:pPr marL="285750" indent="-285750">
              <a:buFont typeface="Wingdings" panose="05000000000000000000" pitchFamily="2" charset="2"/>
              <a:buChar char="l"/>
            </a:pPr>
            <a:r>
              <a:rPr lang="ja-JP" altLang="en-US"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固定資産実査の二線による立会の対象会社・対象拠点 ・対象資産</a:t>
            </a:r>
            <a:endPar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lnSpc>
                <a:spcPct val="150000"/>
              </a:lnSpc>
              <a:spcAft>
                <a:spcPts val="600"/>
              </a:spcAft>
              <a:buFont typeface="Arial" panose="020B0604020202020204" pitchFamily="34" charset="0"/>
              <a:buChar char="•"/>
            </a:pPr>
            <a:r>
              <a:rPr lang="ja-JP" altLang="en-US" sz="1600">
                <a:solidFill>
                  <a:schemeClr val="accent6"/>
                </a:solidFill>
                <a:latin typeface="Meiryo UI" panose="020B0604030504040204" pitchFamily="50" charset="-128"/>
                <a:ea typeface="Meiryo UI" panose="020B0604030504040204" pitchFamily="50" charset="-128"/>
                <a:cs typeface="Meiryo UI" panose="020B0604030504040204" pitchFamily="50" charset="-128"/>
              </a:rPr>
              <a:t>以下の抽出対象に該当する場合は、</a:t>
            </a:r>
            <a:r>
              <a:rPr lang="ja-JP" altLang="en-US" sz="16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各拠点担当者の実査とは別に、子会社の管理担当者、親会社の管理担当者、外部専門家（デロイト）のいずれか</a:t>
            </a:r>
            <a:r>
              <a:rPr lang="en-US" altLang="ja-JP" sz="16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16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名が実査</a:t>
            </a:r>
            <a:r>
              <a:rPr lang="ja-JP" altLang="en-US" sz="1600">
                <a:solidFill>
                  <a:schemeClr val="accent6"/>
                </a:solidFill>
                <a:latin typeface="Meiryo UI" panose="020B0604030504040204" pitchFamily="50" charset="-128"/>
                <a:ea typeface="Meiryo UI" panose="020B0604030504040204" pitchFamily="50" charset="-128"/>
                <a:cs typeface="Meiryo UI" panose="020B0604030504040204" pitchFamily="50" charset="-128"/>
              </a:rPr>
              <a:t>を行う（これを二線による立会という）</a:t>
            </a:r>
            <a:endParaRPr lang="en-US" altLang="ja-JP" sz="16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r>
              <a:rPr lang="ja-JP" altLang="en-US" sz="1600">
                <a:solidFill>
                  <a:schemeClr val="accent6"/>
                </a:solidFill>
                <a:latin typeface="Meiryo UI" panose="020B0604030504040204" pitchFamily="50" charset="-128"/>
                <a:ea typeface="Meiryo UI" panose="020B0604030504040204" pitchFamily="50" charset="-128"/>
                <a:cs typeface="Meiryo UI" panose="020B0604030504040204" pitchFamily="50" charset="-128"/>
              </a:rPr>
              <a:t>抽出対象</a:t>
            </a:r>
            <a:endParaRPr lang="en-US" altLang="ja-JP" sz="16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1120775" lvl="2" indent="-342900">
              <a:spcAft>
                <a:spcPts val="600"/>
              </a:spcAft>
              <a:buFont typeface="Wingdings" panose="05000000000000000000" pitchFamily="2" charset="2"/>
              <a:buChar char="Ø"/>
            </a:pPr>
            <a:r>
              <a:rPr lang="ja-JP" altLang="en-US" sz="1600">
                <a:solidFill>
                  <a:schemeClr val="accent6"/>
                </a:solidFill>
                <a:latin typeface="Meiryo UI" panose="020B0604030504040204" pitchFamily="50" charset="-128"/>
                <a:ea typeface="Meiryo UI" panose="020B0604030504040204" pitchFamily="50" charset="-128"/>
                <a:cs typeface="Meiryo UI" panose="020B0604030504040204" pitchFamily="50" charset="-128"/>
              </a:rPr>
              <a:t>対象会社</a:t>
            </a:r>
            <a:endParaRPr lang="en-US" altLang="ja-JP" sz="16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1511300" lvl="3" indent="-342900">
              <a:spcAft>
                <a:spcPts val="600"/>
              </a:spcAft>
              <a:buFont typeface="Wingdings" panose="05000000000000000000" pitchFamily="2" charset="2"/>
              <a:buChar char="ü"/>
            </a:pPr>
            <a:r>
              <a:rPr lang="ja-JP" altLang="en-US" sz="16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有形固定資産の期末残高（総額</a:t>
            </a:r>
            <a:r>
              <a:rPr lang="ja-JP" altLang="en-US" sz="1600" b="1">
                <a:solidFill>
                  <a:srgbClr val="2D2D8A"/>
                </a:solidFill>
                <a:latin typeface="Meiryo UI" panose="020B0604030504040204" pitchFamily="50" charset="-128"/>
                <a:ea typeface="Meiryo UI" panose="020B0604030504040204" pitchFamily="50" charset="-128"/>
                <a:cs typeface="Meiryo UI" panose="020B0604030504040204" pitchFamily="50" charset="-128"/>
              </a:rPr>
              <a:t>表示）が</a:t>
            </a:r>
            <a:r>
              <a:rPr lang="en-US" altLang="ja-JP" sz="1600" b="1">
                <a:solidFill>
                  <a:srgbClr val="2D2D8A"/>
                </a:solidFill>
                <a:latin typeface="Meiryo UI" panose="020B0604030504040204" pitchFamily="50" charset="-128"/>
                <a:ea typeface="Meiryo UI" panose="020B0604030504040204" pitchFamily="50" charset="-128"/>
                <a:cs typeface="Meiryo UI" panose="020B0604030504040204" pitchFamily="50" charset="-128"/>
              </a:rPr>
              <a:t>30</a:t>
            </a:r>
            <a:r>
              <a:rPr lang="ja-JP" altLang="en-US" sz="1600" b="1">
                <a:solidFill>
                  <a:srgbClr val="2D2D8A"/>
                </a:solidFill>
                <a:latin typeface="Meiryo UI" panose="020B0604030504040204" pitchFamily="50" charset="-128"/>
                <a:ea typeface="Meiryo UI" panose="020B0604030504040204" pitchFamily="50" charset="-128"/>
                <a:cs typeface="Meiryo UI" panose="020B0604030504040204" pitchFamily="50" charset="-128"/>
              </a:rPr>
              <a:t>億円以上</a:t>
            </a:r>
            <a:r>
              <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の連</a:t>
            </a:r>
            <a:r>
              <a:rPr lang="ja-JP" altLang="en-US" sz="1600">
                <a:solidFill>
                  <a:schemeClr val="accent6"/>
                </a:solidFill>
                <a:latin typeface="Meiryo UI" panose="020B0604030504040204" pitchFamily="50" charset="-128"/>
                <a:ea typeface="Meiryo UI" panose="020B0604030504040204" pitchFamily="50" charset="-128"/>
                <a:cs typeface="Meiryo UI" panose="020B0604030504040204" pitchFamily="50" charset="-128"/>
              </a:rPr>
              <a:t>結子会社</a:t>
            </a:r>
            <a:endParaRPr lang="en-US" altLang="ja-JP" sz="16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1120775" lvl="2" indent="-342900">
              <a:spcAft>
                <a:spcPts val="600"/>
              </a:spcAft>
              <a:buFont typeface="Wingdings" panose="05000000000000000000" pitchFamily="2" charset="2"/>
              <a:buChar char="Ø"/>
            </a:pPr>
            <a:r>
              <a:rPr lang="ja-JP" altLang="en-US" sz="1600">
                <a:solidFill>
                  <a:schemeClr val="accent6"/>
                </a:solidFill>
                <a:latin typeface="Meiryo UI" panose="020B0604030504040204" pitchFamily="50" charset="-128"/>
                <a:ea typeface="Meiryo UI" panose="020B0604030504040204" pitchFamily="50" charset="-128"/>
                <a:cs typeface="Meiryo UI" panose="020B0604030504040204" pitchFamily="50" charset="-128"/>
              </a:rPr>
              <a:t>対象拠点</a:t>
            </a:r>
            <a:endParaRPr lang="en-US" altLang="ja-JP" sz="160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1454150" lvl="3" indent="-285750">
              <a:spcAft>
                <a:spcPts val="600"/>
              </a:spcAft>
              <a:buFont typeface="Wingdings" panose="05000000000000000000" pitchFamily="2" charset="2"/>
              <a:buChar char="ü"/>
            </a:pPr>
            <a:r>
              <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土地・建物・建物付属設備を除く</a:t>
            </a:r>
            <a:r>
              <a:rPr lang="ja-JP" altLang="en-US" sz="1600" b="1">
                <a:solidFill>
                  <a:srgbClr val="2D2D8A"/>
                </a:solidFill>
                <a:latin typeface="Meiryo UI" panose="020B0604030504040204" pitchFamily="50" charset="-128"/>
                <a:ea typeface="Meiryo UI" panose="020B0604030504040204" pitchFamily="50" charset="-128"/>
                <a:cs typeface="Meiryo UI" panose="020B0604030504040204" pitchFamily="50" charset="-128"/>
              </a:rPr>
              <a:t>有形固定資産の期末残高（総額表示）が１億円以上の拠点</a:t>
            </a:r>
            <a:r>
              <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（工場・営業所等）</a:t>
            </a:r>
            <a:endParaRPr lang="en-US" altLang="ja-JP" sz="1600">
              <a:solidFill>
                <a:srgbClr val="2D2D8A"/>
              </a:solidFill>
              <a:latin typeface="Meiryo UI" panose="020B0604030504040204" pitchFamily="50" charset="-128"/>
              <a:ea typeface="Meiryo UI" panose="020B0604030504040204" pitchFamily="50" charset="-128"/>
              <a:cs typeface="Meiryo UI" panose="020B0604030504040204" pitchFamily="50" charset="-128"/>
            </a:endParaRPr>
          </a:p>
          <a:p>
            <a:pPr marL="1120775" lvl="2" indent="-342900">
              <a:spcAft>
                <a:spcPts val="600"/>
              </a:spcAft>
              <a:buFont typeface="Wingdings" panose="05000000000000000000" pitchFamily="2" charset="2"/>
              <a:buChar char="Ø"/>
            </a:pPr>
            <a:r>
              <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対象資産</a:t>
            </a:r>
            <a:endParaRPr lang="en-US" altLang="ja-JP" sz="1600">
              <a:solidFill>
                <a:srgbClr val="2D2D8A"/>
              </a:solidFill>
              <a:latin typeface="Meiryo UI" panose="020B0604030504040204" pitchFamily="50" charset="-128"/>
              <a:ea typeface="Meiryo UI" panose="020B0604030504040204" pitchFamily="50" charset="-128"/>
              <a:cs typeface="Meiryo UI" panose="020B0604030504040204" pitchFamily="50" charset="-128"/>
            </a:endParaRPr>
          </a:p>
          <a:p>
            <a:pPr marL="1511300" lvl="3" indent="-342900">
              <a:spcAft>
                <a:spcPts val="600"/>
              </a:spcAft>
              <a:buFont typeface="Wingdings" panose="05000000000000000000" pitchFamily="2" charset="2"/>
              <a:buChar char="ü"/>
            </a:pPr>
            <a:r>
              <a:rPr lang="en-US" altLang="ja-JP"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B/S</a:t>
            </a:r>
            <a:r>
              <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に計上されている有形固定資産（機械装置及び運搬具／工具器具及び備品／建設仮勘定）のうち、</a:t>
            </a:r>
            <a:r>
              <a:rPr lang="ja-JP" altLang="en-US" sz="16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有形固定資産の期末残高（総額</a:t>
            </a:r>
            <a:r>
              <a:rPr lang="ja-JP" altLang="en-US" sz="1600" b="1">
                <a:solidFill>
                  <a:srgbClr val="2D2D8A"/>
                </a:solidFill>
                <a:latin typeface="Meiryo UI" panose="020B0604030504040204" pitchFamily="50" charset="-128"/>
                <a:ea typeface="Meiryo UI" panose="020B0604030504040204" pitchFamily="50" charset="-128"/>
                <a:cs typeface="Meiryo UI" panose="020B0604030504040204" pitchFamily="50" charset="-128"/>
              </a:rPr>
              <a:t>表示）が</a:t>
            </a:r>
            <a:r>
              <a:rPr lang="en-US" altLang="ja-JP" sz="1600" b="1">
                <a:solidFill>
                  <a:srgbClr val="2D2D8A"/>
                </a:solidFill>
                <a:latin typeface="Meiryo UI" panose="020B0604030504040204" pitchFamily="50" charset="-128"/>
                <a:ea typeface="Meiryo UI" panose="020B0604030504040204" pitchFamily="50" charset="-128"/>
                <a:cs typeface="Meiryo UI" panose="020B0604030504040204" pitchFamily="50" charset="-128"/>
              </a:rPr>
              <a:t>1</a:t>
            </a:r>
            <a:r>
              <a:rPr lang="ja-JP" altLang="en-US" sz="1600" b="1">
                <a:solidFill>
                  <a:srgbClr val="2D2D8A"/>
                </a:solidFill>
                <a:latin typeface="Meiryo UI" panose="020B0604030504040204" pitchFamily="50" charset="-128"/>
                <a:ea typeface="Meiryo UI" panose="020B0604030504040204" pitchFamily="50" charset="-128"/>
                <a:cs typeface="Meiryo UI" panose="020B0604030504040204" pitchFamily="50" charset="-128"/>
              </a:rPr>
              <a:t>億円を超える資産</a:t>
            </a:r>
            <a:endPar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endParaRPr>
          </a:p>
          <a:p>
            <a:pPr marL="1511300" lvl="3" indent="-342900">
              <a:spcAft>
                <a:spcPts val="600"/>
              </a:spcAft>
              <a:buFont typeface="Wingdings" panose="05000000000000000000" pitchFamily="2" charset="2"/>
              <a:buChar char="ü"/>
            </a:pPr>
            <a:r>
              <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１億円を超える資産が</a:t>
            </a:r>
            <a:r>
              <a:rPr lang="en-US" altLang="ja-JP"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10</a:t>
            </a:r>
            <a:r>
              <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件未満の場合は、</a:t>
            </a:r>
            <a:r>
              <a:rPr lang="ja-JP" altLang="en-US" sz="1600">
                <a:solidFill>
                  <a:schemeClr val="accent6"/>
                </a:solidFill>
                <a:latin typeface="Meiryo UI" panose="020B0604030504040204" pitchFamily="50" charset="-128"/>
                <a:ea typeface="Meiryo UI" panose="020B0604030504040204" pitchFamily="50" charset="-128"/>
                <a:cs typeface="Meiryo UI" panose="020B0604030504040204" pitchFamily="50" charset="-128"/>
              </a:rPr>
              <a:t>有形固定資産の期末残高（総額</a:t>
            </a:r>
            <a:r>
              <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表示）の大きい順に</a:t>
            </a:r>
            <a:r>
              <a:rPr lang="en-US" altLang="ja-JP"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10</a:t>
            </a:r>
            <a:r>
              <a:rPr lang="ja-JP" altLang="en-US" sz="1600">
                <a:solidFill>
                  <a:srgbClr val="2D2D8A"/>
                </a:solidFill>
                <a:latin typeface="Meiryo UI" panose="020B0604030504040204" pitchFamily="50" charset="-128"/>
                <a:ea typeface="Meiryo UI" panose="020B0604030504040204" pitchFamily="50" charset="-128"/>
                <a:cs typeface="Meiryo UI" panose="020B0604030504040204" pitchFamily="50" charset="-128"/>
              </a:rPr>
              <a:t>件になるまで選定</a:t>
            </a:r>
          </a:p>
        </p:txBody>
      </p:sp>
      <p:sp>
        <p:nvSpPr>
          <p:cNvPr id="3" name="正方形/長方形 2">
            <a:extLst>
              <a:ext uri="{FF2B5EF4-FFF2-40B4-BE49-F238E27FC236}">
                <a16:creationId xmlns:a16="http://schemas.microsoft.com/office/drawing/2014/main" id="{C4851EE9-B993-2ED6-B612-4DF21D97D076}"/>
              </a:ext>
            </a:extLst>
          </p:cNvPr>
          <p:cNvSpPr/>
          <p:nvPr/>
        </p:nvSpPr>
        <p:spPr>
          <a:xfrm>
            <a:off x="716691" y="5198075"/>
            <a:ext cx="8748584" cy="1367480"/>
          </a:xfrm>
          <a:prstGeom prst="rect">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ja-JP" altLang="en-US" sz="1100" dirty="0">
                <a:solidFill>
                  <a:schemeClr val="tx1"/>
                </a:solidFill>
                <a:latin typeface="Meiryo UI" panose="020B0604030504040204" pitchFamily="50" charset="-128"/>
                <a:ea typeface="Meiryo UI" panose="020B0604030504040204" pitchFamily="50" charset="-128"/>
              </a:rPr>
              <a:t>（上記留意事項）</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171450" indent="-171450">
              <a:lnSpc>
                <a:spcPct val="150000"/>
              </a:lnSpc>
              <a:buFont typeface="Arial" panose="020B0604020202020204" pitchFamily="34" charset="0"/>
              <a:buChar char="•"/>
            </a:pPr>
            <a:r>
              <a:rPr kumimoji="1" lang="ja-JP" altLang="en-US" sz="1100" b="1" u="sng" dirty="0">
                <a:solidFill>
                  <a:schemeClr val="tx1"/>
                </a:solidFill>
                <a:latin typeface="Meiryo UI" panose="020B0604030504040204" pitchFamily="50" charset="-128"/>
                <a:ea typeface="Meiryo UI" panose="020B0604030504040204" pitchFamily="50" charset="-128"/>
              </a:rPr>
              <a:t>今回の</a:t>
            </a:r>
            <a:r>
              <a:rPr kumimoji="1" lang="en-US" altLang="ja-JP" sz="1100" b="1" u="sng" dirty="0">
                <a:solidFill>
                  <a:schemeClr val="tx1"/>
                </a:solidFill>
                <a:latin typeface="Meiryo UI" panose="020B0604030504040204" pitchFamily="50" charset="-128"/>
                <a:ea typeface="Meiryo UI" panose="020B0604030504040204" pitchFamily="50" charset="-128"/>
              </a:rPr>
              <a:t>AW</a:t>
            </a:r>
            <a:r>
              <a:rPr kumimoji="1" lang="ja-JP" altLang="en-US" sz="1100" b="1" u="sng" dirty="0">
                <a:solidFill>
                  <a:schemeClr val="tx1"/>
                </a:solidFill>
                <a:latin typeface="Meiryo UI" panose="020B0604030504040204" pitchFamily="50" charset="-128"/>
                <a:ea typeface="Meiryo UI" panose="020B0604030504040204" pitchFamily="50" charset="-128"/>
              </a:rPr>
              <a:t>グループ会社が実施する自主点検は、上記とは関係なく、全子会社全ての有形固定資産に対して実施される点、留意が必要である</a:t>
            </a:r>
            <a:endParaRPr kumimoji="1" lang="en-US" altLang="ja-JP" sz="1100" b="1" u="sng" dirty="0">
              <a:solidFill>
                <a:schemeClr val="tx1"/>
              </a:solidFill>
              <a:latin typeface="Meiryo UI" panose="020B0604030504040204" pitchFamily="50" charset="-128"/>
              <a:ea typeface="Meiryo UI" panose="020B0604030504040204" pitchFamily="50" charset="-128"/>
            </a:endParaRPr>
          </a:p>
          <a:p>
            <a:pPr marL="171450" indent="-171450">
              <a:lnSpc>
                <a:spcPct val="150000"/>
              </a:lnSpc>
              <a:buFont typeface="Arial" panose="020B0604020202020204" pitchFamily="34" charset="0"/>
              <a:buChar char="•"/>
            </a:pPr>
            <a:r>
              <a:rPr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対象会社として選定された場合には、</a:t>
            </a:r>
            <a:r>
              <a:rPr lang="en-US" altLang="zh-TW"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AW</a:t>
            </a:r>
            <a:r>
              <a:rPr lang="zh-TW"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事務局</a:t>
            </a:r>
            <a:r>
              <a:rPr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zh-TW"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AW</a:t>
            </a:r>
            <a:r>
              <a:rPr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経理</a:t>
            </a:r>
            <a:r>
              <a:rPr lang="zh-TW"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室</a:t>
            </a:r>
            <a:r>
              <a:rPr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）から通知</a:t>
            </a:r>
            <a:r>
              <a:rPr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が行われる</a:t>
            </a:r>
            <a:endParaRPr lang="en-US" altLang="ja-JP"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171450" indent="-171450">
              <a:lnSpc>
                <a:spcPct val="150000"/>
              </a:lnSpc>
              <a:buFont typeface="Arial" panose="020B0604020202020204" pitchFamily="34" charset="0"/>
              <a:buChar char="•"/>
            </a:pPr>
            <a:r>
              <a:rPr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上記の選定条件に基づき、各会社で対象拠点及び対象資産を選定</a:t>
            </a:r>
            <a:r>
              <a:rPr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いただく</a:t>
            </a:r>
            <a:endParaRPr lang="en-US" altLang="ja-JP"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a:p>
            <a:pPr marL="171450" indent="-171450">
              <a:lnSpc>
                <a:spcPct val="150000"/>
              </a:lnSpc>
              <a:buFont typeface="Arial" panose="020B0604020202020204" pitchFamily="34" charset="0"/>
              <a:buChar char="•"/>
            </a:pPr>
            <a:r>
              <a:rPr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外部専門家（デロイト）の立合対象拠点については、</a:t>
            </a:r>
            <a:r>
              <a:rPr lang="en-US" altLang="zh-TW"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 AW</a:t>
            </a:r>
            <a:r>
              <a:rPr lang="zh-TW"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事務局</a:t>
            </a:r>
            <a:r>
              <a:rPr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t>
            </a:r>
            <a:r>
              <a:rPr lang="en-US" altLang="zh-TW"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AW</a:t>
            </a:r>
            <a:r>
              <a:rPr lang="ja-JP"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経理</a:t>
            </a:r>
            <a:r>
              <a:rPr lang="zh-TW" altLang="en-US" sz="1100" b="1">
                <a:solidFill>
                  <a:schemeClr val="tx1"/>
                </a:solidFill>
                <a:latin typeface="Meiryo UI" panose="020B0604030504040204" pitchFamily="50" charset="-128"/>
                <a:ea typeface="Meiryo UI" panose="020B0604030504040204" pitchFamily="50" charset="-128"/>
                <a:cs typeface="Meiryo UI" panose="020B0604030504040204" pitchFamily="50" charset="-128"/>
              </a:rPr>
              <a:t>室</a:t>
            </a:r>
            <a:r>
              <a:rPr lang="ja-JP" altLang="en-US" sz="1100" b="1"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）から個別に通知</a:t>
            </a:r>
            <a:r>
              <a:rPr lang="ja-JP" altLang="en-US"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rPr>
              <a:t>する。</a:t>
            </a:r>
            <a:endParaRPr lang="en-US" altLang="ja-JP" sz="1100" dirty="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168574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18CBF-D30C-AA7D-82F8-9DDEBE742D4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A0879B-F587-314D-21EF-E69B8B219EED}"/>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３．想定スケジュール</a:t>
            </a:r>
          </a:p>
        </p:txBody>
      </p:sp>
      <p:sp>
        <p:nvSpPr>
          <p:cNvPr id="5" name="テキスト ボックス 4">
            <a:extLst>
              <a:ext uri="{FF2B5EF4-FFF2-40B4-BE49-F238E27FC236}">
                <a16:creationId xmlns:a16="http://schemas.microsoft.com/office/drawing/2014/main" id="{A35F6255-ABBC-5565-B63D-8390CE0BD0DD}"/>
              </a:ext>
            </a:extLst>
          </p:cNvPr>
          <p:cNvSpPr txBox="1"/>
          <p:nvPr/>
        </p:nvSpPr>
        <p:spPr>
          <a:xfrm>
            <a:off x="394252" y="725813"/>
            <a:ext cx="9193696" cy="5664587"/>
          </a:xfrm>
          <a:prstGeom prst="rect">
            <a:avLst/>
          </a:prstGeom>
          <a:noFill/>
        </p:spPr>
        <p:txBody>
          <a:bodyPr wrap="square" lIns="36000" rIns="36000" rtlCol="0">
            <a:noAutofit/>
          </a:bodyPr>
          <a:lstStyle/>
          <a:p>
            <a:pPr>
              <a:spcAft>
                <a:spcPts val="600"/>
              </a:spcAft>
            </a:pPr>
            <a:endParaRPr kumimoji="1"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731838" lvl="1" indent="-342900">
              <a:spcAft>
                <a:spcPts val="600"/>
              </a:spcAft>
              <a:buFont typeface="Arial" panose="020B0604020202020204" pitchFamily="34" charset="0"/>
              <a:buChar char="•"/>
            </a:pPr>
            <a:endParaRPr lang="en-US" altLang="ja-JP" sz="18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タイトル 1">
            <a:extLst>
              <a:ext uri="{FF2B5EF4-FFF2-40B4-BE49-F238E27FC236}">
                <a16:creationId xmlns:a16="http://schemas.microsoft.com/office/drawing/2014/main" id="{2619E47E-AC8B-B886-00A3-938A4C12AFB3}"/>
              </a:ext>
            </a:extLst>
          </p:cNvPr>
          <p:cNvSpPr txBox="1">
            <a:spLocks/>
          </p:cNvSpPr>
          <p:nvPr/>
        </p:nvSpPr>
        <p:spPr bwMode="auto">
          <a:xfrm>
            <a:off x="1176762" y="2048218"/>
            <a:ext cx="8013544" cy="709656"/>
          </a:xfrm>
          <a:prstGeom prst="rect">
            <a:avLst/>
          </a:prstGeom>
          <a:solidFill>
            <a:srgbClr val="FFFFCC"/>
          </a:solidFill>
          <a:ln w="9525">
            <a:solidFill>
              <a:schemeClr val="tx1"/>
            </a:solid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ja-JP" altLang="en-US" sz="1800"/>
              <a:t>固定資産実査：</a:t>
            </a:r>
            <a:r>
              <a:rPr lang="en-US" altLang="ja-JP" sz="1800"/>
              <a:t>2026/4/24</a:t>
            </a:r>
            <a:r>
              <a:rPr lang="ja-JP" altLang="en-US" sz="1800"/>
              <a:t>まで</a:t>
            </a:r>
            <a:endParaRPr lang="en-US" altLang="ja-JP" sz="1800"/>
          </a:p>
        </p:txBody>
      </p:sp>
      <p:sp>
        <p:nvSpPr>
          <p:cNvPr id="7" name="タイトル 1">
            <a:extLst>
              <a:ext uri="{FF2B5EF4-FFF2-40B4-BE49-F238E27FC236}">
                <a16:creationId xmlns:a16="http://schemas.microsoft.com/office/drawing/2014/main" id="{D35874F3-E675-5FA9-2E4C-38F86A21C4C2}"/>
              </a:ext>
            </a:extLst>
          </p:cNvPr>
          <p:cNvSpPr txBox="1">
            <a:spLocks/>
          </p:cNvSpPr>
          <p:nvPr/>
        </p:nvSpPr>
        <p:spPr bwMode="auto">
          <a:xfrm>
            <a:off x="1176762" y="3074772"/>
            <a:ext cx="8013544" cy="709656"/>
          </a:xfrm>
          <a:prstGeom prst="rect">
            <a:avLst/>
          </a:prstGeom>
          <a:solidFill>
            <a:srgbClr val="FFFFCC"/>
          </a:solidFill>
          <a:ln w="9525">
            <a:solidFill>
              <a:schemeClr val="tx1"/>
            </a:solidFill>
            <a:miter lim="800000"/>
            <a:headEnd/>
            <a:tailEnd/>
          </a:ln>
        </p:spPr>
        <p:txBody>
          <a:bodyPr wrap="none" lIns="77114" tIns="37880" rIns="77114" bIns="37880" anchor="ctr"/>
          <a:lstStyle>
            <a:lvl1pPr algn="l" rtl="0" eaLnBrk="0" fontAlgn="base" hangingPunct="0">
              <a:spcBef>
                <a:spcPct val="0"/>
              </a:spcBef>
              <a:spcAft>
                <a:spcPct val="0"/>
              </a:spcAft>
              <a:defRPr kumimoji="1" lang="ja-JP" altLang="en-US" sz="2280" b="1" kern="120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1625">
                <a:solidFill>
                  <a:schemeClr val="tx1"/>
                </a:solidFill>
                <a:latin typeface="HGPｺﾞｼｯｸE" pitchFamily="50" charset="-128"/>
                <a:ea typeface="HGPｺﾞｼｯｸE" pitchFamily="50" charset="-128"/>
              </a:defRPr>
            </a:lvl5pPr>
            <a:lvl6pPr marL="316571" algn="ctr" rtl="0" fontAlgn="base">
              <a:spcBef>
                <a:spcPct val="0"/>
              </a:spcBef>
              <a:spcAft>
                <a:spcPct val="0"/>
              </a:spcAft>
              <a:defRPr sz="1381">
                <a:solidFill>
                  <a:schemeClr val="tx1"/>
                </a:solidFill>
                <a:latin typeface="HGPｺﾞｼｯｸE" pitchFamily="50" charset="-128"/>
                <a:ea typeface="HGPｺﾞｼｯｸE" pitchFamily="50" charset="-128"/>
              </a:defRPr>
            </a:lvl6pPr>
            <a:lvl7pPr marL="633142" algn="ctr" rtl="0" fontAlgn="base">
              <a:spcBef>
                <a:spcPct val="0"/>
              </a:spcBef>
              <a:spcAft>
                <a:spcPct val="0"/>
              </a:spcAft>
              <a:defRPr sz="1381">
                <a:solidFill>
                  <a:schemeClr val="tx1"/>
                </a:solidFill>
                <a:latin typeface="HGPｺﾞｼｯｸE" pitchFamily="50" charset="-128"/>
                <a:ea typeface="HGPｺﾞｼｯｸE" pitchFamily="50" charset="-128"/>
              </a:defRPr>
            </a:lvl7pPr>
            <a:lvl8pPr marL="949713" algn="ctr" rtl="0" fontAlgn="base">
              <a:spcBef>
                <a:spcPct val="0"/>
              </a:spcBef>
              <a:spcAft>
                <a:spcPct val="0"/>
              </a:spcAft>
              <a:defRPr sz="1381">
                <a:solidFill>
                  <a:schemeClr val="tx1"/>
                </a:solidFill>
                <a:latin typeface="HGPｺﾞｼｯｸE" pitchFamily="50" charset="-128"/>
                <a:ea typeface="HGPｺﾞｼｯｸE" pitchFamily="50" charset="-128"/>
              </a:defRPr>
            </a:lvl8pPr>
            <a:lvl9pPr marL="1266284" algn="ctr" rtl="0" fontAlgn="base">
              <a:spcBef>
                <a:spcPct val="0"/>
              </a:spcBef>
              <a:spcAft>
                <a:spcPct val="0"/>
              </a:spcAft>
              <a:defRPr sz="1381">
                <a:solidFill>
                  <a:schemeClr val="tx1"/>
                </a:solidFill>
                <a:latin typeface="HGPｺﾞｼｯｸE" pitchFamily="50" charset="-128"/>
                <a:ea typeface="HGPｺﾞｼｯｸE" pitchFamily="50" charset="-128"/>
              </a:defRPr>
            </a:lvl9pPr>
          </a:lstStyle>
          <a:p>
            <a:pPr algn="ctr"/>
            <a:r>
              <a:rPr lang="ja-JP" altLang="en-US" sz="1800"/>
              <a:t>修正仕訳：</a:t>
            </a:r>
            <a:r>
              <a:rPr lang="en-US" altLang="ja-JP" sz="1800"/>
              <a:t>2026/4/28</a:t>
            </a:r>
            <a:r>
              <a:rPr lang="ja-JP" altLang="en-US" sz="1800"/>
              <a:t>まで</a:t>
            </a:r>
            <a:endParaRPr lang="en-US" altLang="ja-JP" sz="1800"/>
          </a:p>
        </p:txBody>
      </p:sp>
    </p:spTree>
    <p:extLst>
      <p:ext uri="{BB962C8B-B14F-4D97-AF65-F5344CB8AC3E}">
        <p14:creationId xmlns:p14="http://schemas.microsoft.com/office/powerpoint/2010/main" val="1732588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BE25B-4A3B-56F6-0462-4298606E1B57}"/>
            </a:ext>
          </a:extLst>
        </p:cNvPr>
        <p:cNvGrpSpPr/>
        <p:nvPr/>
      </p:nvGrpSpPr>
      <p:grpSpPr>
        <a:xfrm>
          <a:off x="0" y="0"/>
          <a:ext cx="0" cy="0"/>
          <a:chOff x="0" y="0"/>
          <a:chExt cx="0" cy="0"/>
        </a:xfrm>
      </p:grpSpPr>
      <p:pic>
        <p:nvPicPr>
          <p:cNvPr id="9" name="図 8">
            <a:extLst>
              <a:ext uri="{FF2B5EF4-FFF2-40B4-BE49-F238E27FC236}">
                <a16:creationId xmlns:a16="http://schemas.microsoft.com/office/drawing/2014/main" id="{3584A18C-88B7-B4B5-560D-FA8423F1B618}"/>
              </a:ext>
            </a:extLst>
          </p:cNvPr>
          <p:cNvPicPr>
            <a:picLocks noChangeAspect="1"/>
          </p:cNvPicPr>
          <p:nvPr/>
        </p:nvPicPr>
        <p:blipFill>
          <a:blip r:embed="rId3"/>
          <a:stretch>
            <a:fillRect/>
          </a:stretch>
        </p:blipFill>
        <p:spPr>
          <a:xfrm>
            <a:off x="1657008" y="2347890"/>
            <a:ext cx="4887007" cy="543001"/>
          </a:xfrm>
          <a:prstGeom prst="rect">
            <a:avLst/>
          </a:prstGeom>
        </p:spPr>
      </p:pic>
      <p:sp>
        <p:nvSpPr>
          <p:cNvPr id="2" name="タイトル 1">
            <a:extLst>
              <a:ext uri="{FF2B5EF4-FFF2-40B4-BE49-F238E27FC236}">
                <a16:creationId xmlns:a16="http://schemas.microsoft.com/office/drawing/2014/main" id="{1B103A66-9034-744C-8AA4-C77855DA876F}"/>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４．実施方法（</a:t>
            </a:r>
            <a:r>
              <a:rPr lang="en-US" altLang="ja-JP" sz="2275" b="1"/>
              <a:t>1/4</a:t>
            </a:r>
            <a:r>
              <a:rPr lang="ja-JP" altLang="en-US" sz="2275" b="1"/>
              <a:t>）</a:t>
            </a:r>
          </a:p>
        </p:txBody>
      </p:sp>
      <p:sp>
        <p:nvSpPr>
          <p:cNvPr id="4" name="テキスト ボックス 3">
            <a:extLst>
              <a:ext uri="{FF2B5EF4-FFF2-40B4-BE49-F238E27FC236}">
                <a16:creationId xmlns:a16="http://schemas.microsoft.com/office/drawing/2014/main" id="{FBF2AE10-44A2-A775-3719-94A3C42D7187}"/>
              </a:ext>
            </a:extLst>
          </p:cNvPr>
          <p:cNvSpPr txBox="1"/>
          <p:nvPr/>
        </p:nvSpPr>
        <p:spPr>
          <a:xfrm>
            <a:off x="356152" y="740465"/>
            <a:ext cx="9193696" cy="3828472"/>
          </a:xfrm>
          <a:prstGeom prst="rect">
            <a:avLst/>
          </a:prstGeom>
          <a:noFill/>
        </p:spPr>
        <p:txBody>
          <a:bodyPr wrap="square" lIns="36000" rIns="36000" rtlCol="0">
            <a:noAutofit/>
          </a:bodyPr>
          <a:lstStyle/>
          <a:p>
            <a:pPr marL="285750" indent="-285750">
              <a:buFont typeface="Wingdings" panose="05000000000000000000" pitchFamily="2" charset="2"/>
              <a:buChar char="l"/>
            </a:pPr>
            <a:r>
              <a:rPr lang="ja-JP" altLang="en-US" sz="2200" b="1"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実施方法（実査前準備）</a:t>
            </a:r>
            <a:endParaRPr lang="en-US" altLang="ja-JP" sz="2200" b="1" dirty="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570775" indent="-285750">
              <a:spcAft>
                <a:spcPts val="600"/>
              </a:spcAft>
              <a:buFont typeface="Arial" panose="020B0604020202020204" pitchFamily="34" charset="0"/>
              <a:buChar char="•"/>
            </a:pPr>
            <a:r>
              <a:rPr lang="ja-JP" altLang="en-US" sz="1600" dirty="0">
                <a:solidFill>
                  <a:schemeClr val="accent6"/>
                </a:solidFill>
                <a:latin typeface="Meiryo UI" panose="020B0604030504040204" pitchFamily="50" charset="-128"/>
                <a:ea typeface="Meiryo UI" panose="020B0604030504040204" pitchFamily="50" charset="-128"/>
              </a:rPr>
              <a:t>あらかじめ対象資産が視認できるか理解する</a:t>
            </a: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dirty="0">
                <a:solidFill>
                  <a:schemeClr val="accent6"/>
                </a:solidFill>
                <a:latin typeface="Meiryo UI" panose="020B0604030504040204" pitchFamily="50" charset="-128"/>
                <a:ea typeface="Meiryo UI" panose="020B0604030504040204" pitchFamily="50" charset="-128"/>
              </a:rPr>
              <a:t>修繕費・人件費を固定資産として計上している場合には、固定資産実査前において、当該固定資産の資産性について検証し、固定資産実査表の備考欄に記載する</a:t>
            </a: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endParaRPr lang="en-US" altLang="ja-JP" sz="1600" dirty="0">
              <a:solidFill>
                <a:schemeClr val="accent6"/>
              </a:solidFill>
              <a:latin typeface="Meiryo UI" panose="020B0604030504040204" pitchFamily="50" charset="-128"/>
              <a:ea typeface="Meiryo UI" panose="020B0604030504040204" pitchFamily="50" charset="-128"/>
            </a:endParaRPr>
          </a:p>
          <a:p>
            <a:pPr marL="285025">
              <a:spcAft>
                <a:spcPts val="600"/>
              </a:spcAft>
            </a:pP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dirty="0">
                <a:solidFill>
                  <a:schemeClr val="accent6"/>
                </a:solidFill>
                <a:latin typeface="Meiryo UI" panose="020B0604030504040204" pitchFamily="50" charset="-128"/>
                <a:ea typeface="Meiryo UI" panose="020B0604030504040204" pitchFamily="50" charset="-128"/>
              </a:rPr>
              <a:t>以下を用意する</a:t>
            </a:r>
          </a:p>
          <a:p>
            <a:pPr marL="959713" lvl="1" indent="-285750">
              <a:spcAft>
                <a:spcPts val="600"/>
              </a:spcAft>
              <a:buFont typeface="Wingdings" panose="05000000000000000000" pitchFamily="2" charset="2"/>
              <a:buChar char="Ø"/>
            </a:pPr>
            <a:r>
              <a:rPr lang="ja-JP" altLang="en-US" sz="1600" dirty="0">
                <a:solidFill>
                  <a:schemeClr val="accent6"/>
                </a:solidFill>
                <a:latin typeface="Meiryo UI" panose="020B0604030504040204" pitchFamily="50" charset="-128"/>
                <a:ea typeface="Meiryo UI" panose="020B0604030504040204" pitchFamily="50" charset="-128"/>
              </a:rPr>
              <a:t>実査表、固定資産台帳</a:t>
            </a:r>
            <a:endParaRPr lang="en-US" altLang="ja-JP" sz="1600" dirty="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Ø"/>
            </a:pPr>
            <a:r>
              <a:rPr lang="ja-JP" altLang="en-US" sz="1600" dirty="0">
                <a:solidFill>
                  <a:schemeClr val="accent6"/>
                </a:solidFill>
                <a:latin typeface="Meiryo UI" panose="020B0604030504040204" pitchFamily="50" charset="-128"/>
                <a:ea typeface="Meiryo UI" panose="020B0604030504040204" pitchFamily="50" charset="-128"/>
              </a:rPr>
              <a:t>固定資産台帳がない場合には、自社が保有する固定資産を網羅的に把握できる資料（最低限、物件の所在地、取得価額、期末簿価、取得年月日、償却方法が記載された資料）である必要がある。法人税申告書に添付する固定資産の内訳書等がその一助となる可能性があるが、会計上の金額を把握できているかどうかに留意する。</a:t>
            </a:r>
          </a:p>
          <a:p>
            <a:pPr marL="959713" lvl="1" indent="-285750">
              <a:spcAft>
                <a:spcPts val="600"/>
              </a:spcAft>
              <a:buFont typeface="Wingdings" panose="05000000000000000000" pitchFamily="2" charset="2"/>
              <a:buChar char="Ø"/>
            </a:pPr>
            <a:r>
              <a:rPr lang="ja-JP" altLang="en-US" sz="1600" dirty="0">
                <a:solidFill>
                  <a:schemeClr val="accent6"/>
                </a:solidFill>
                <a:latin typeface="Meiryo UI" panose="020B0604030504040204" pitchFamily="50" charset="-128"/>
                <a:ea typeface="Meiryo UI" panose="020B0604030504040204" pitchFamily="50" charset="-128"/>
              </a:rPr>
              <a:t>カメラ：撮影に用いるため</a:t>
            </a:r>
          </a:p>
          <a:p>
            <a:pPr marL="959713" lvl="1" indent="-285750">
              <a:spcAft>
                <a:spcPts val="600"/>
              </a:spcAft>
              <a:buFont typeface="Wingdings" panose="05000000000000000000" pitchFamily="2" charset="2"/>
              <a:buChar char="Ø"/>
            </a:pPr>
            <a:r>
              <a:rPr lang="ja-JP" altLang="en-US" sz="1600" dirty="0">
                <a:solidFill>
                  <a:schemeClr val="accent6"/>
                </a:solidFill>
                <a:latin typeface="Meiryo UI" panose="020B0604030504040204" pitchFamily="50" charset="-128"/>
                <a:ea typeface="Meiryo UI" panose="020B0604030504040204" pitchFamily="50" charset="-128"/>
              </a:rPr>
              <a:t>ロケーション図：資産の位置関係が分かるもの（ない場合には、事前に場所を把握しておく）</a:t>
            </a: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dirty="0">
                <a:solidFill>
                  <a:schemeClr val="accent6"/>
                </a:solidFill>
                <a:latin typeface="Meiryo UI" panose="020B0604030504040204" pitchFamily="50" charset="-128"/>
                <a:ea typeface="Meiryo UI" panose="020B0604030504040204" pitchFamily="50" charset="-128"/>
              </a:rPr>
              <a:t>実査表に固定資産台帳等から必要な情報を転記する</a:t>
            </a:r>
            <a:endParaRPr lang="en-US" altLang="ja-JP" sz="1600" dirty="0">
              <a:solidFill>
                <a:schemeClr val="accent6"/>
              </a:solidFill>
              <a:latin typeface="Meiryo UI" panose="020B0604030504040204" pitchFamily="50" charset="-128"/>
              <a:ea typeface="Meiryo UI" panose="020B0604030504040204" pitchFamily="50" charset="-128"/>
            </a:endParaRPr>
          </a:p>
          <a:p>
            <a:pPr marL="285025">
              <a:spcAft>
                <a:spcPts val="600"/>
              </a:spcAft>
            </a:pPr>
            <a:r>
              <a:rPr lang="ja-JP" altLang="en-US" sz="1600" dirty="0">
                <a:solidFill>
                  <a:schemeClr val="accent6"/>
                </a:solidFill>
                <a:latin typeface="Meiryo UI" panose="020B0604030504040204" pitchFamily="50" charset="-128"/>
                <a:ea typeface="Meiryo UI" panose="020B0604030504040204" pitchFamily="50" charset="-128"/>
              </a:rPr>
              <a:t>　　（固定資産台帳の金額が試算表と一致することを確認しておく）</a:t>
            </a:r>
            <a:endParaRPr lang="en-US" altLang="ja-JP" sz="1600" dirty="0">
              <a:solidFill>
                <a:schemeClr val="accent6"/>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93FDF582-1AC9-3946-A41E-28FF0A7145C7}"/>
              </a:ext>
            </a:extLst>
          </p:cNvPr>
          <p:cNvSpPr/>
          <p:nvPr/>
        </p:nvSpPr>
        <p:spPr>
          <a:xfrm>
            <a:off x="704850" y="5972175"/>
            <a:ext cx="8844997" cy="412852"/>
          </a:xfrm>
          <a:prstGeom prst="rect">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70775" indent="-285750">
              <a:spcAft>
                <a:spcPts val="600"/>
              </a:spcAft>
              <a:buFont typeface="Arial" panose="020B0604020202020204" pitchFamily="34" charset="0"/>
              <a:buChar char="•"/>
            </a:pPr>
            <a:r>
              <a:rPr lang="en-US" altLang="ja-JP" b="1" u="sng">
                <a:solidFill>
                  <a:schemeClr val="accent6"/>
                </a:solidFill>
                <a:latin typeface="Meiryo UI" panose="020B0604030504040204" pitchFamily="50" charset="-128"/>
                <a:ea typeface="Meiryo UI" panose="020B0604030504040204" pitchFamily="50" charset="-128"/>
              </a:rPr>
              <a:t>3/31</a:t>
            </a:r>
            <a:r>
              <a:rPr lang="ja-JP" altLang="en-US" b="1" u="sng">
                <a:solidFill>
                  <a:schemeClr val="accent6"/>
                </a:solidFill>
                <a:latin typeface="Meiryo UI" panose="020B0604030504040204" pitchFamily="50" charset="-128"/>
                <a:ea typeface="Meiryo UI" panose="020B0604030504040204" pitchFamily="50" charset="-128"/>
              </a:rPr>
              <a:t>以降に実査を実施する場合は、</a:t>
            </a:r>
            <a:r>
              <a:rPr lang="en-US" altLang="ja-JP" b="1" u="sng">
                <a:solidFill>
                  <a:schemeClr val="accent6"/>
                </a:solidFill>
                <a:latin typeface="Meiryo UI" panose="020B0604030504040204" pitchFamily="50" charset="-128"/>
                <a:ea typeface="Meiryo UI" panose="020B0604030504040204" pitchFamily="50" charset="-128"/>
              </a:rPr>
              <a:t>2026/3/31</a:t>
            </a:r>
            <a:r>
              <a:rPr lang="ja-JP" altLang="en-US" b="1" u="sng">
                <a:solidFill>
                  <a:schemeClr val="accent6"/>
                </a:solidFill>
                <a:latin typeface="Meiryo UI" panose="020B0604030504040204" pitchFamily="50" charset="-128"/>
                <a:ea typeface="Meiryo UI" panose="020B0604030504040204" pitchFamily="50" charset="-128"/>
              </a:rPr>
              <a:t>から実査日までの期間に取得・除売却した有形固定資産が存在する場合は、当該取得等の根拠との突合を実施する（＝ロールバック）</a:t>
            </a:r>
            <a:endParaRPr lang="en-US" altLang="ja-JP" b="1" u="sng">
              <a:solidFill>
                <a:schemeClr val="accent6"/>
              </a:solidFill>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D8F83280-BB2C-89AD-251E-AB05D77121A9}"/>
              </a:ext>
            </a:extLst>
          </p:cNvPr>
          <p:cNvSpPr/>
          <p:nvPr/>
        </p:nvSpPr>
        <p:spPr>
          <a:xfrm>
            <a:off x="3743858" y="3294776"/>
            <a:ext cx="5734250" cy="268448"/>
          </a:xfrm>
          <a:prstGeom prst="homePlate">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実査表のイメージは後述：</a:t>
            </a:r>
            <a:r>
              <a:rPr kumimoji="1" lang="en-US" altLang="ja-JP" dirty="0">
                <a:solidFill>
                  <a:srgbClr val="FF0000"/>
                </a:solidFill>
                <a:latin typeface="Meiryo UI" panose="020B0604030504040204" pitchFamily="50" charset="-128"/>
                <a:ea typeface="Meiryo UI" panose="020B0604030504040204" pitchFamily="50" charset="-128"/>
              </a:rPr>
              <a:t>P15</a:t>
            </a:r>
            <a:r>
              <a:rPr kumimoji="1" lang="ja-JP" altLang="en-US" dirty="0">
                <a:solidFill>
                  <a:srgbClr val="FF0000"/>
                </a:solidFill>
                <a:latin typeface="Meiryo UI" panose="020B0604030504040204" pitchFamily="50" charset="-128"/>
                <a:ea typeface="Meiryo UI" panose="020B0604030504040204" pitchFamily="50" charset="-128"/>
              </a:rPr>
              <a:t>　（</a:t>
            </a:r>
            <a:r>
              <a:rPr kumimoji="1" lang="ja-JP" altLang="en-US" u="sng" dirty="0">
                <a:solidFill>
                  <a:srgbClr val="FF0000"/>
                </a:solidFill>
                <a:latin typeface="Meiryo UI" panose="020B0604030504040204" pitchFamily="50" charset="-128"/>
                <a:ea typeface="Meiryo UI" panose="020B0604030504040204" pitchFamily="50" charset="-128"/>
              </a:rPr>
              <a:t>各社で現状使用しているフォーマットでも可とする</a:t>
            </a:r>
            <a:r>
              <a:rPr kumimoji="1" lang="ja-JP" altLang="en-US" dirty="0">
                <a:solidFill>
                  <a:srgbClr val="FF0000"/>
                </a:solidFill>
                <a:latin typeface="Meiryo UI" panose="020B0604030504040204" pitchFamily="50" charset="-128"/>
                <a:ea typeface="Meiryo UI" panose="020B0604030504040204" pitchFamily="50" charset="-128"/>
              </a:rPr>
              <a:t>）</a:t>
            </a:r>
          </a:p>
        </p:txBody>
      </p:sp>
      <p:sp>
        <p:nvSpPr>
          <p:cNvPr id="6" name="四角形: 角を丸くする 5">
            <a:extLst>
              <a:ext uri="{FF2B5EF4-FFF2-40B4-BE49-F238E27FC236}">
                <a16:creationId xmlns:a16="http://schemas.microsoft.com/office/drawing/2014/main" id="{D33E1F87-A0E4-E891-2B4E-063D062BDE3E}"/>
              </a:ext>
            </a:extLst>
          </p:cNvPr>
          <p:cNvSpPr/>
          <p:nvPr/>
        </p:nvSpPr>
        <p:spPr>
          <a:xfrm>
            <a:off x="4781550" y="2314575"/>
            <a:ext cx="1762465" cy="57631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60640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D99B4-C4BB-FF46-3ED2-12FA2D5D60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91D4351-E730-338E-B89D-FDD7CDCBCDD0}"/>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４．実施方法（</a:t>
            </a:r>
            <a:r>
              <a:rPr lang="en-US" altLang="ja-JP" sz="2275" b="1"/>
              <a:t>2/4</a:t>
            </a:r>
            <a:r>
              <a:rPr lang="ja-JP" altLang="en-US" sz="2275" b="1"/>
              <a:t>）</a:t>
            </a:r>
          </a:p>
        </p:txBody>
      </p:sp>
      <p:sp>
        <p:nvSpPr>
          <p:cNvPr id="4" name="テキスト ボックス 3">
            <a:extLst>
              <a:ext uri="{FF2B5EF4-FFF2-40B4-BE49-F238E27FC236}">
                <a16:creationId xmlns:a16="http://schemas.microsoft.com/office/drawing/2014/main" id="{BBAB8E55-F5D6-8260-E2B8-E7A243CCC1B3}"/>
              </a:ext>
            </a:extLst>
          </p:cNvPr>
          <p:cNvSpPr txBox="1"/>
          <p:nvPr/>
        </p:nvSpPr>
        <p:spPr>
          <a:xfrm>
            <a:off x="356152" y="749990"/>
            <a:ext cx="9193696" cy="5141012"/>
          </a:xfrm>
          <a:prstGeom prst="rect">
            <a:avLst/>
          </a:prstGeom>
          <a:noFill/>
        </p:spPr>
        <p:txBody>
          <a:bodyPr wrap="square" lIns="36000" rIns="36000" rtlCol="0">
            <a:noAutofit/>
          </a:bodyPr>
          <a:lstStyle/>
          <a:p>
            <a:pPr marL="285750" indent="-285750">
              <a:buFont typeface="Wingdings" panose="05000000000000000000" pitchFamily="2" charset="2"/>
              <a:buChar char="l"/>
            </a:pPr>
            <a:r>
              <a:rPr lang="ja-JP" altLang="en-US"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rPr>
              <a:t>実施方法（実査時）</a:t>
            </a:r>
            <a:endParaRPr lang="en-US" altLang="ja-JP" sz="2200" b="1">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570775" indent="-285750">
              <a:spcAft>
                <a:spcPts val="600"/>
              </a:spcAft>
              <a:buFont typeface="Arial" panose="020B0604020202020204" pitchFamily="34" charset="0"/>
              <a:buChar char="•"/>
            </a:pPr>
            <a:r>
              <a:rPr lang="ja-JP" altLang="en-US" sz="1600">
                <a:solidFill>
                  <a:schemeClr val="accent6"/>
                </a:solidFill>
                <a:latin typeface="Meiryo UI" panose="020B0604030504040204" pitchFamily="50" charset="-128"/>
                <a:ea typeface="Meiryo UI" panose="020B0604030504040204" pitchFamily="50" charset="-128"/>
              </a:rPr>
              <a:t>現場担当者２名以上で</a:t>
            </a:r>
            <a:r>
              <a:rPr lang="en-US" altLang="ja-JP" sz="1600">
                <a:solidFill>
                  <a:schemeClr val="accent6"/>
                </a:solidFill>
                <a:latin typeface="Meiryo UI" panose="020B0604030504040204" pitchFamily="50" charset="-128"/>
                <a:ea typeface="Meiryo UI" panose="020B0604030504040204" pitchFamily="50" charset="-128"/>
              </a:rPr>
              <a:t>1</a:t>
            </a:r>
            <a:r>
              <a:rPr lang="ja-JP" altLang="en-US" sz="1600">
                <a:solidFill>
                  <a:schemeClr val="accent6"/>
                </a:solidFill>
                <a:latin typeface="Meiryo UI" panose="020B0604030504040204" pitchFamily="50" charset="-128"/>
                <a:ea typeface="Meiryo UI" panose="020B0604030504040204" pitchFamily="50" charset="-128"/>
              </a:rPr>
              <a:t>チームとする</a:t>
            </a:r>
            <a:endParaRPr lang="en-US" altLang="ja-JP" sz="160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a:solidFill>
                  <a:schemeClr val="accent6"/>
                </a:solidFill>
                <a:latin typeface="Meiryo UI" panose="020B0604030504040204" pitchFamily="50" charset="-128"/>
                <a:ea typeface="Meiryo UI" panose="020B0604030504040204" pitchFamily="50" charset="-128"/>
              </a:rPr>
              <a:t>固定資産台帳の資産について、現物の有無を確認する</a:t>
            </a: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Ø"/>
            </a:pPr>
            <a:r>
              <a:rPr lang="ja-JP" altLang="en-US" sz="1600">
                <a:solidFill>
                  <a:schemeClr val="accent6"/>
                </a:solidFill>
                <a:latin typeface="Meiryo UI" panose="020B0604030504040204" pitchFamily="50" charset="-128"/>
                <a:ea typeface="Meiryo UI" panose="020B0604030504040204" pitchFamily="50" charset="-128"/>
              </a:rPr>
              <a:t>実査した証跡として、写真</a:t>
            </a:r>
            <a:r>
              <a:rPr lang="en-US" altLang="ja-JP" sz="1600">
                <a:solidFill>
                  <a:schemeClr val="accent6"/>
                </a:solidFill>
                <a:latin typeface="Meiryo UI" panose="020B0604030504040204" pitchFamily="50" charset="-128"/>
                <a:ea typeface="Meiryo UI" panose="020B0604030504040204" pitchFamily="50" charset="-128"/>
              </a:rPr>
              <a:t>(</a:t>
            </a:r>
            <a:r>
              <a:rPr lang="ja-JP" altLang="en-US" sz="1600">
                <a:solidFill>
                  <a:schemeClr val="accent6"/>
                </a:solidFill>
                <a:latin typeface="Meiryo UI" panose="020B0604030504040204" pitchFamily="50" charset="-128"/>
                <a:ea typeface="Meiryo UI" panose="020B0604030504040204" pitchFamily="50" charset="-128"/>
              </a:rPr>
              <a:t>日付、現物が写っているもの</a:t>
            </a:r>
            <a:r>
              <a:rPr lang="en-US" altLang="ja-JP" sz="1600">
                <a:solidFill>
                  <a:schemeClr val="accent6"/>
                </a:solidFill>
                <a:latin typeface="Meiryo UI" panose="020B0604030504040204" pitchFamily="50" charset="-128"/>
                <a:ea typeface="Meiryo UI" panose="020B0604030504040204" pitchFamily="50" charset="-128"/>
              </a:rPr>
              <a:t>)</a:t>
            </a:r>
            <a:r>
              <a:rPr lang="ja-JP" altLang="en-US" sz="1600">
                <a:solidFill>
                  <a:schemeClr val="accent6"/>
                </a:solidFill>
                <a:latin typeface="Meiryo UI" panose="020B0604030504040204" pitchFamily="50" charset="-128"/>
                <a:ea typeface="Meiryo UI" panose="020B0604030504040204" pitchFamily="50" charset="-128"/>
              </a:rPr>
              <a:t>を残す</a:t>
            </a:r>
          </a:p>
          <a:p>
            <a:pPr marL="959713" lvl="1" indent="-285750">
              <a:spcAft>
                <a:spcPts val="600"/>
              </a:spcAft>
              <a:buFont typeface="Wingdings" panose="05000000000000000000" pitchFamily="2" charset="2"/>
              <a:buChar char="Ø"/>
            </a:pPr>
            <a:r>
              <a:rPr lang="ja-JP" altLang="en-US" sz="1600">
                <a:solidFill>
                  <a:schemeClr val="accent6"/>
                </a:solidFill>
                <a:latin typeface="Meiryo UI" panose="020B0604030504040204" pitchFamily="50" charset="-128"/>
                <a:ea typeface="Meiryo UI" panose="020B0604030504040204" pitchFamily="50" charset="-128"/>
              </a:rPr>
              <a:t>実査表の「現物から転記」列に数量、単位、状態を記載する</a:t>
            </a:r>
            <a:endParaRPr lang="en-US" altLang="ja-JP" sz="160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a:solidFill>
                  <a:schemeClr val="accent6"/>
                </a:solidFill>
                <a:latin typeface="Meiryo UI" panose="020B0604030504040204" pitchFamily="50" charset="-128"/>
                <a:ea typeface="Meiryo UI" panose="020B0604030504040204" pitchFamily="50" charset="-128"/>
              </a:rPr>
              <a:t>資産の物理的状態、使用状況及び将来使用予定の有無を確認する</a:t>
            </a: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Ø"/>
            </a:pPr>
            <a:r>
              <a:rPr lang="ja-JP" altLang="en-US" sz="1600">
                <a:solidFill>
                  <a:schemeClr val="accent6"/>
                </a:solidFill>
                <a:latin typeface="Meiryo UI" panose="020B0604030504040204" pitchFamily="50" charset="-128"/>
                <a:ea typeface="Meiryo UI" panose="020B0604030504040204" pitchFamily="50" charset="-128"/>
              </a:rPr>
              <a:t>実査した証跡として、写真</a:t>
            </a:r>
            <a:r>
              <a:rPr lang="en-US" altLang="ja-JP" sz="1600">
                <a:solidFill>
                  <a:schemeClr val="accent6"/>
                </a:solidFill>
                <a:latin typeface="Meiryo UI" panose="020B0604030504040204" pitchFamily="50" charset="-128"/>
                <a:ea typeface="Meiryo UI" panose="020B0604030504040204" pitchFamily="50" charset="-128"/>
              </a:rPr>
              <a:t>(</a:t>
            </a:r>
            <a:r>
              <a:rPr lang="ja-JP" altLang="en-US" sz="1600">
                <a:solidFill>
                  <a:schemeClr val="accent6"/>
                </a:solidFill>
                <a:latin typeface="Meiryo UI" panose="020B0604030504040204" pitchFamily="50" charset="-128"/>
                <a:ea typeface="Meiryo UI" panose="020B0604030504040204" pitchFamily="50" charset="-128"/>
              </a:rPr>
              <a:t>日付、現物が写っているもの</a:t>
            </a:r>
            <a:r>
              <a:rPr lang="en-US" altLang="ja-JP" sz="1600">
                <a:solidFill>
                  <a:schemeClr val="accent6"/>
                </a:solidFill>
                <a:latin typeface="Meiryo UI" panose="020B0604030504040204" pitchFamily="50" charset="-128"/>
                <a:ea typeface="Meiryo UI" panose="020B0604030504040204" pitchFamily="50" charset="-128"/>
              </a:rPr>
              <a:t>)</a:t>
            </a:r>
            <a:r>
              <a:rPr lang="ja-JP" altLang="en-US" sz="1600">
                <a:solidFill>
                  <a:schemeClr val="accent6"/>
                </a:solidFill>
                <a:latin typeface="Meiryo UI" panose="020B0604030504040204" pitchFamily="50" charset="-128"/>
                <a:ea typeface="Meiryo UI" panose="020B0604030504040204" pitchFamily="50" charset="-128"/>
              </a:rPr>
              <a:t>を残す</a:t>
            </a:r>
            <a:endParaRPr lang="en-US" altLang="ja-JP" sz="160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a:solidFill>
                  <a:schemeClr val="accent6"/>
                </a:solidFill>
                <a:latin typeface="Meiryo UI" panose="020B0604030504040204" pitchFamily="50" charset="-128"/>
                <a:ea typeface="Meiryo UI" panose="020B0604030504040204" pitchFamily="50" charset="-128"/>
              </a:rPr>
              <a:t>遊休資産、長期滞留している建設仮勘定の有無を確認する</a:t>
            </a: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Ø"/>
            </a:pPr>
            <a:endParaRPr lang="en-US" altLang="ja-JP" sz="1800">
              <a:solidFill>
                <a:schemeClr val="accent6"/>
              </a:solidFill>
              <a:latin typeface="Meiryo UI" panose="020B0604030504040204" pitchFamily="50" charset="-128"/>
              <a:ea typeface="Meiryo UI" panose="020B0604030504040204" pitchFamily="50" charset="-128"/>
            </a:endParaRPr>
          </a:p>
        </p:txBody>
      </p:sp>
      <p:sp>
        <p:nvSpPr>
          <p:cNvPr id="6" name="矢印: 五方向 5">
            <a:extLst>
              <a:ext uri="{FF2B5EF4-FFF2-40B4-BE49-F238E27FC236}">
                <a16:creationId xmlns:a16="http://schemas.microsoft.com/office/drawing/2014/main" id="{BB494A8D-379E-395B-9ABC-92867DFB5A40}"/>
              </a:ext>
            </a:extLst>
          </p:cNvPr>
          <p:cNvSpPr/>
          <p:nvPr/>
        </p:nvSpPr>
        <p:spPr>
          <a:xfrm>
            <a:off x="6549128" y="1915863"/>
            <a:ext cx="3000720" cy="268448"/>
          </a:xfrm>
          <a:prstGeom prst="homePlate">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Meiryo UI" panose="020B0604030504040204" pitchFamily="50" charset="-128"/>
                <a:ea typeface="Meiryo UI" panose="020B0604030504040204" pitchFamily="50" charset="-128"/>
              </a:rPr>
              <a:t>実査表のイメージは後述：</a:t>
            </a:r>
            <a:r>
              <a:rPr kumimoji="1" lang="en-US" altLang="ja-JP">
                <a:solidFill>
                  <a:srgbClr val="FF0000"/>
                </a:solidFill>
                <a:latin typeface="Meiryo UI" panose="020B0604030504040204" pitchFamily="50" charset="-128"/>
                <a:ea typeface="Meiryo UI" panose="020B0604030504040204" pitchFamily="50" charset="-128"/>
              </a:rPr>
              <a:t>P15</a:t>
            </a:r>
            <a:endParaRPr kumimoji="1" lang="ja-JP" altLang="en-US">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032007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A8D11-DCA7-2908-A6E5-1439A656E4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935783-C2C9-DF56-8B36-A9E8195B1ECD}"/>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４．実施方法（</a:t>
            </a:r>
            <a:r>
              <a:rPr lang="en-US" altLang="ja-JP" sz="2275" b="1"/>
              <a:t>3/4</a:t>
            </a:r>
            <a:r>
              <a:rPr lang="ja-JP" altLang="en-US" sz="2275" b="1"/>
              <a:t>）</a:t>
            </a:r>
          </a:p>
        </p:txBody>
      </p:sp>
      <p:sp>
        <p:nvSpPr>
          <p:cNvPr id="4" name="テキスト ボックス 3">
            <a:extLst>
              <a:ext uri="{FF2B5EF4-FFF2-40B4-BE49-F238E27FC236}">
                <a16:creationId xmlns:a16="http://schemas.microsoft.com/office/drawing/2014/main" id="{892B8A69-28B8-9543-1CCB-A3F3E056B60C}"/>
              </a:ext>
            </a:extLst>
          </p:cNvPr>
          <p:cNvSpPr txBox="1"/>
          <p:nvPr/>
        </p:nvSpPr>
        <p:spPr>
          <a:xfrm>
            <a:off x="356152" y="749990"/>
            <a:ext cx="9193696" cy="5141012"/>
          </a:xfrm>
          <a:prstGeom prst="rect">
            <a:avLst/>
          </a:prstGeom>
          <a:noFill/>
        </p:spPr>
        <p:txBody>
          <a:bodyPr wrap="square" lIns="36000" rIns="36000" rtlCol="0">
            <a:noAutofit/>
          </a:bodyPr>
          <a:lstStyle/>
          <a:p>
            <a:pPr marL="570775" indent="-285750">
              <a:spcAft>
                <a:spcPts val="600"/>
              </a:spcAft>
              <a:buFont typeface="Wingdings" panose="05000000000000000000" pitchFamily="2" charset="2"/>
              <a:buChar char="Ø"/>
            </a:pPr>
            <a:r>
              <a:rPr lang="ja-JP" altLang="en-US" sz="1600">
                <a:solidFill>
                  <a:schemeClr val="accent6"/>
                </a:solidFill>
                <a:latin typeface="Meiryo UI" panose="020B0604030504040204" pitchFamily="50" charset="-128"/>
                <a:ea typeface="Meiryo UI" panose="020B0604030504040204" pitchFamily="50" charset="-128"/>
              </a:rPr>
              <a:t>現物カウントを行うことが原則であるが、以下の場合は、現物カウント以外の方法を採用することを可能とする。ただし、その場合でも、</a:t>
            </a:r>
            <a:br>
              <a:rPr lang="en-US" altLang="ja-JP" sz="1600">
                <a:solidFill>
                  <a:schemeClr val="accent6"/>
                </a:solidFill>
                <a:latin typeface="Meiryo UI" panose="020B0604030504040204" pitchFamily="50" charset="-128"/>
                <a:ea typeface="Meiryo UI" panose="020B0604030504040204" pitchFamily="50" charset="-128"/>
              </a:rPr>
            </a:br>
            <a:r>
              <a:rPr lang="ja-JP" altLang="en-US" sz="1600">
                <a:solidFill>
                  <a:schemeClr val="accent6"/>
                </a:solidFill>
                <a:latin typeface="Meiryo UI" panose="020B0604030504040204" pitchFamily="50" charset="-128"/>
                <a:ea typeface="Meiryo UI" panose="020B0604030504040204" pitchFamily="50" charset="-128"/>
              </a:rPr>
              <a:t>実査表フォーマットの「備考欄」にその理由・代替手続の内容を記載する必要がある点に留意する</a:t>
            </a: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ü"/>
            </a:pP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ü"/>
            </a:pPr>
            <a:endParaRPr lang="en-US" altLang="ja-JP" sz="1600">
              <a:solidFill>
                <a:schemeClr val="accent6"/>
              </a:solidFill>
              <a:latin typeface="Meiryo UI" panose="020B0604030504040204" pitchFamily="50" charset="-128"/>
              <a:ea typeface="Meiryo UI" panose="020B0604030504040204" pitchFamily="50" charset="-128"/>
            </a:endParaRPr>
          </a:p>
          <a:p>
            <a:pPr marL="673963" lvl="1" indent="0">
              <a:spcAft>
                <a:spcPts val="600"/>
              </a:spcAft>
            </a:pP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ü"/>
            </a:pPr>
            <a:r>
              <a:rPr lang="ja-JP" altLang="en-US" sz="1600">
                <a:solidFill>
                  <a:schemeClr val="accent6"/>
                </a:solidFill>
                <a:latin typeface="Meiryo UI" panose="020B0604030504040204" pitchFamily="50" charset="-128"/>
                <a:ea typeface="Meiryo UI" panose="020B0604030504040204" pitchFamily="50" charset="-128"/>
              </a:rPr>
              <a:t>建物または土地は、登記簿等で実在性することが明らかな場合、登記簿等と照合する</a:t>
            </a: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ü"/>
            </a:pPr>
            <a:r>
              <a:rPr lang="ja-JP" altLang="en-US" sz="1600">
                <a:solidFill>
                  <a:schemeClr val="accent6"/>
                </a:solidFill>
                <a:latin typeface="Meiryo UI" panose="020B0604030504040204" pitchFamily="50" charset="-128"/>
                <a:ea typeface="Meiryo UI" panose="020B0604030504040204" pitchFamily="50" charset="-128"/>
              </a:rPr>
              <a:t>リース資産のうち社宅・車両は、リース契約書と照合する</a:t>
            </a: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ü"/>
            </a:pPr>
            <a:r>
              <a:rPr lang="ja-JP" altLang="en-US" sz="1600">
                <a:solidFill>
                  <a:schemeClr val="accent6"/>
                </a:solidFill>
                <a:latin typeface="Meiryo UI" panose="020B0604030504040204" pitchFamily="50" charset="-128"/>
                <a:ea typeface="Meiryo UI" panose="020B0604030504040204" pitchFamily="50" charset="-128"/>
              </a:rPr>
              <a:t>個人に貸与し、かつ敷地に入れないため現物カウントが困難な資産を、貸与契約書と照合する</a:t>
            </a:r>
            <a:endParaRPr lang="en-US" altLang="ja-JP" sz="1600">
              <a:solidFill>
                <a:schemeClr val="accent6"/>
              </a:solidFill>
              <a:latin typeface="Meiryo UI" panose="020B0604030504040204" pitchFamily="50" charset="-128"/>
              <a:ea typeface="Meiryo UI" panose="020B0604030504040204" pitchFamily="50" charset="-128"/>
            </a:endParaRPr>
          </a:p>
          <a:p>
            <a:pPr marL="959713" lvl="1" indent="-285750">
              <a:spcAft>
                <a:spcPts val="600"/>
              </a:spcAft>
              <a:buFont typeface="Wingdings" panose="05000000000000000000" pitchFamily="2" charset="2"/>
              <a:buChar char="ü"/>
            </a:pPr>
            <a:r>
              <a:rPr lang="ja-JP" altLang="en-US" sz="1600">
                <a:solidFill>
                  <a:schemeClr val="accent6"/>
                </a:solidFill>
                <a:latin typeface="Meiryo UI" panose="020B0604030504040204" pitchFamily="50" charset="-128"/>
                <a:ea typeface="Meiryo UI" panose="020B0604030504040204" pitchFamily="50" charset="-128"/>
              </a:rPr>
              <a:t>設備に組み込まれている等の事情により視認が難しい資産は、個別事情を勘案する必要があるものの、使用実績を裏付けるその他の証拠により、実在している事実が確かめられる場合には、</a:t>
            </a:r>
            <a:br>
              <a:rPr lang="en-US" altLang="ja-JP" sz="1600">
                <a:solidFill>
                  <a:schemeClr val="accent6"/>
                </a:solidFill>
                <a:latin typeface="Meiryo UI" panose="020B0604030504040204" pitchFamily="50" charset="-128"/>
                <a:ea typeface="Meiryo UI" panose="020B0604030504040204" pitchFamily="50" charset="-128"/>
              </a:rPr>
            </a:br>
            <a:r>
              <a:rPr lang="ja-JP" altLang="en-US" sz="1600">
                <a:solidFill>
                  <a:schemeClr val="accent6"/>
                </a:solidFill>
                <a:latin typeface="Meiryo UI" panose="020B0604030504040204" pitchFamily="50" charset="-128"/>
                <a:ea typeface="Meiryo UI" panose="020B0604030504040204" pitchFamily="50" charset="-128"/>
              </a:rPr>
              <a:t>当該書類をもって、現物カウントに替えることができる</a:t>
            </a:r>
            <a:br>
              <a:rPr lang="en-US" altLang="ja-JP" sz="1600">
                <a:solidFill>
                  <a:schemeClr val="accent6"/>
                </a:solidFill>
                <a:latin typeface="Meiryo UI" panose="020B0604030504040204" pitchFamily="50" charset="-128"/>
                <a:ea typeface="Meiryo UI" panose="020B0604030504040204" pitchFamily="50" charset="-128"/>
              </a:rPr>
            </a:br>
            <a:r>
              <a:rPr lang="ja-JP" altLang="en-US" sz="1600">
                <a:solidFill>
                  <a:schemeClr val="accent6"/>
                </a:solidFill>
                <a:latin typeface="Meiryo UI" panose="020B0604030504040204" pitchFamily="50" charset="-128"/>
                <a:ea typeface="Meiryo UI" panose="020B0604030504040204" pitchFamily="50" charset="-128"/>
              </a:rPr>
              <a:t>（例）年次点検記録・メンテ履歴・修理履歴／電力使用・稼働ログ・システムログ</a:t>
            </a:r>
            <a:br>
              <a:rPr lang="en-US" altLang="ja-JP" sz="1600">
                <a:solidFill>
                  <a:schemeClr val="accent6"/>
                </a:solidFill>
                <a:latin typeface="Meiryo UI" panose="020B0604030504040204" pitchFamily="50" charset="-128"/>
                <a:ea typeface="Meiryo UI" panose="020B0604030504040204" pitchFamily="50" charset="-128"/>
              </a:rPr>
            </a:br>
            <a:r>
              <a:rPr lang="ja-JP" altLang="en-US" sz="1600">
                <a:solidFill>
                  <a:schemeClr val="accent6"/>
                </a:solidFill>
                <a:latin typeface="Meiryo UI" panose="020B0604030504040204" pitchFamily="50" charset="-128"/>
                <a:ea typeface="Meiryo UI" panose="020B0604030504040204" pitchFamily="50" charset="-128"/>
              </a:rPr>
              <a:t>　　　　／付保状況一覧　等</a:t>
            </a:r>
          </a:p>
        </p:txBody>
      </p:sp>
      <p:pic>
        <p:nvPicPr>
          <p:cNvPr id="5" name="図 4">
            <a:extLst>
              <a:ext uri="{FF2B5EF4-FFF2-40B4-BE49-F238E27FC236}">
                <a16:creationId xmlns:a16="http://schemas.microsoft.com/office/drawing/2014/main" id="{7108627A-C5CD-D4FB-E44A-E225DA6C8E73}"/>
              </a:ext>
            </a:extLst>
          </p:cNvPr>
          <p:cNvPicPr>
            <a:picLocks noChangeAspect="1"/>
          </p:cNvPicPr>
          <p:nvPr/>
        </p:nvPicPr>
        <p:blipFill>
          <a:blip r:embed="rId3"/>
          <a:stretch>
            <a:fillRect/>
          </a:stretch>
        </p:blipFill>
        <p:spPr>
          <a:xfrm>
            <a:off x="1271246" y="1600165"/>
            <a:ext cx="7141899" cy="723935"/>
          </a:xfrm>
          <a:prstGeom prst="rect">
            <a:avLst/>
          </a:prstGeom>
        </p:spPr>
      </p:pic>
      <p:sp>
        <p:nvSpPr>
          <p:cNvPr id="6" name="四角形: 角を丸くする 5">
            <a:extLst>
              <a:ext uri="{FF2B5EF4-FFF2-40B4-BE49-F238E27FC236}">
                <a16:creationId xmlns:a16="http://schemas.microsoft.com/office/drawing/2014/main" id="{2964BFEC-FA09-088B-D470-2BED24E9AFCA}"/>
              </a:ext>
            </a:extLst>
          </p:cNvPr>
          <p:cNvSpPr/>
          <p:nvPr/>
        </p:nvSpPr>
        <p:spPr>
          <a:xfrm>
            <a:off x="5863346" y="1762654"/>
            <a:ext cx="2549799" cy="56144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002871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6FC1B-641A-1B51-A3BC-9BC2003B781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0661E7-2D8A-9463-5FD8-B1CCC0D6B821}"/>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４．実施方法（</a:t>
            </a:r>
            <a:r>
              <a:rPr lang="en-US" altLang="ja-JP" sz="2275" b="1"/>
              <a:t>4/4</a:t>
            </a:r>
            <a:r>
              <a:rPr lang="ja-JP" altLang="en-US" sz="2275" b="1"/>
              <a:t>）</a:t>
            </a:r>
          </a:p>
        </p:txBody>
      </p:sp>
      <p:sp>
        <p:nvSpPr>
          <p:cNvPr id="4" name="テキスト ボックス 3">
            <a:extLst>
              <a:ext uri="{FF2B5EF4-FFF2-40B4-BE49-F238E27FC236}">
                <a16:creationId xmlns:a16="http://schemas.microsoft.com/office/drawing/2014/main" id="{C78F7E87-5BC8-BD02-E09E-D908AF64CFC4}"/>
              </a:ext>
            </a:extLst>
          </p:cNvPr>
          <p:cNvSpPr txBox="1"/>
          <p:nvPr/>
        </p:nvSpPr>
        <p:spPr>
          <a:xfrm>
            <a:off x="356152" y="730940"/>
            <a:ext cx="9193696" cy="3828472"/>
          </a:xfrm>
          <a:prstGeom prst="rect">
            <a:avLst/>
          </a:prstGeom>
          <a:noFill/>
        </p:spPr>
        <p:txBody>
          <a:bodyPr wrap="square" lIns="36000" rIns="36000" rtlCol="0">
            <a:noAutofit/>
          </a:bodyPr>
          <a:lstStyle/>
          <a:p>
            <a:pPr marL="285750" indent="-285750">
              <a:buFont typeface="Wingdings" panose="05000000000000000000" pitchFamily="2" charset="2"/>
              <a:buChar char="l"/>
            </a:pPr>
            <a:r>
              <a:rPr lang="ja-JP" altLang="en-US" sz="2200" b="1"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実施方法（実査後）</a:t>
            </a:r>
            <a:endParaRPr lang="en-US" altLang="ja-JP" sz="2200" b="1" dirty="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570775" indent="-285750">
              <a:spcAft>
                <a:spcPts val="600"/>
              </a:spcAft>
              <a:buFont typeface="Arial" panose="020B0604020202020204" pitchFamily="34" charset="0"/>
              <a:buChar char="•"/>
            </a:pPr>
            <a:r>
              <a:rPr lang="ja-JP" altLang="en-US" sz="1600" dirty="0">
                <a:solidFill>
                  <a:schemeClr val="accent6"/>
                </a:solidFill>
                <a:latin typeface="Meiryo UI" panose="020B0604030504040204" pitchFamily="50" charset="-128"/>
                <a:ea typeface="Meiryo UI" panose="020B0604030504040204" pitchFamily="50" charset="-128"/>
              </a:rPr>
              <a:t>実査の実施者は実査表を完成させ、管理部門担当者に提出する</a:t>
            </a: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dirty="0">
                <a:solidFill>
                  <a:schemeClr val="accent6"/>
                </a:solidFill>
                <a:latin typeface="Meiryo UI" panose="020B0604030504040204" pitchFamily="50" charset="-128"/>
                <a:ea typeface="Meiryo UI" panose="020B0604030504040204" pitchFamily="50" charset="-128"/>
              </a:rPr>
              <a:t>管理部門担当者は、実施者が作成した実査表及び、当該実査表作成にあたって必要な各種根拠資料との整合性をレビュー（*</a:t>
            </a:r>
            <a:r>
              <a:rPr lang="en-US" altLang="ja-JP" sz="1600" dirty="0">
                <a:solidFill>
                  <a:schemeClr val="accent6"/>
                </a:solidFill>
                <a:latin typeface="Meiryo UI" panose="020B0604030504040204" pitchFamily="50" charset="-128"/>
                <a:ea typeface="Meiryo UI" panose="020B0604030504040204" pitchFamily="50" charset="-128"/>
              </a:rPr>
              <a:t>1</a:t>
            </a:r>
            <a:r>
              <a:rPr lang="ja-JP" altLang="en-US" sz="1600" dirty="0">
                <a:solidFill>
                  <a:schemeClr val="accent6"/>
                </a:solidFill>
                <a:latin typeface="Meiryo UI" panose="020B0604030504040204" pitchFamily="50" charset="-128"/>
                <a:ea typeface="Meiryo UI" panose="020B0604030504040204" pitchFamily="50" charset="-128"/>
              </a:rPr>
              <a:t>）する</a:t>
            </a: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dirty="0">
                <a:solidFill>
                  <a:schemeClr val="accent6"/>
                </a:solidFill>
                <a:latin typeface="Meiryo UI" panose="020B0604030504040204" pitchFamily="50" charset="-128"/>
                <a:ea typeface="Meiryo UI" panose="020B0604030504040204" pitchFamily="50" charset="-128"/>
              </a:rPr>
              <a:t>各社・拠点の経営者は、実査の結果報告書をレビューする</a:t>
            </a: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dirty="0">
                <a:solidFill>
                  <a:schemeClr val="accent6"/>
                </a:solidFill>
                <a:latin typeface="Meiryo UI" panose="020B0604030504040204" pitchFamily="50" charset="-128"/>
                <a:ea typeface="Meiryo UI" panose="020B0604030504040204" pitchFamily="50" charset="-128"/>
              </a:rPr>
              <a:t>各社・拠点の経営者がレビューした後、</a:t>
            </a:r>
            <a:r>
              <a:rPr lang="ja-JP" altLang="en-US" sz="1600" dirty="0">
                <a:solidFill>
                  <a:srgbClr val="FF0000"/>
                </a:solidFill>
                <a:latin typeface="Meiryo UI" panose="020B0604030504040204" pitchFamily="50" charset="-128"/>
                <a:ea typeface="Meiryo UI" panose="020B0604030504040204" pitchFamily="50" charset="-128"/>
              </a:rPr>
              <a:t>「実査の結果報告書」</a:t>
            </a:r>
            <a:r>
              <a:rPr lang="ja-JP" altLang="en-US" sz="1600" dirty="0">
                <a:solidFill>
                  <a:schemeClr val="accent6"/>
                </a:solidFill>
                <a:latin typeface="Meiryo UI" panose="020B0604030504040204" pitchFamily="50" charset="-128"/>
                <a:ea typeface="Meiryo UI" panose="020B0604030504040204" pitchFamily="50" charset="-128"/>
              </a:rPr>
              <a:t>は</a:t>
            </a:r>
            <a:r>
              <a:rPr lang="en-US" altLang="ja-JP" sz="1600" dirty="0">
                <a:solidFill>
                  <a:schemeClr val="accent6"/>
                </a:solidFill>
                <a:latin typeface="Meiryo UI" panose="020B0604030504040204" pitchFamily="50" charset="-128"/>
                <a:ea typeface="Meiryo UI" panose="020B0604030504040204" pitchFamily="50" charset="-128"/>
              </a:rPr>
              <a:t>AW</a:t>
            </a:r>
            <a:r>
              <a:rPr lang="ja-JP" altLang="en-US" sz="1600" dirty="0">
                <a:solidFill>
                  <a:schemeClr val="accent6"/>
                </a:solidFill>
                <a:latin typeface="Meiryo UI" panose="020B0604030504040204" pitchFamily="50" charset="-128"/>
                <a:ea typeface="Meiryo UI" panose="020B0604030504040204" pitchFamily="50" charset="-128"/>
              </a:rPr>
              <a:t>事務局に速やかに提出する</a:t>
            </a:r>
            <a:endParaRPr lang="en-US" altLang="ja-JP" sz="1600" dirty="0">
              <a:solidFill>
                <a:schemeClr val="accent6"/>
              </a:solidFill>
              <a:latin typeface="Meiryo UI" panose="020B0604030504040204" pitchFamily="50" charset="-128"/>
              <a:ea typeface="Meiryo UI" panose="020B0604030504040204" pitchFamily="50" charset="-128"/>
            </a:endParaRPr>
          </a:p>
          <a:p>
            <a:pPr marL="285025">
              <a:spcAft>
                <a:spcPts val="600"/>
              </a:spcAft>
            </a:pPr>
            <a:r>
              <a:rPr lang="ja-JP" altLang="en-US" sz="1600" dirty="0">
                <a:solidFill>
                  <a:schemeClr val="accent6"/>
                </a:solidFill>
                <a:latin typeface="Meiryo UI" panose="020B0604030504040204" pitchFamily="50" charset="-128"/>
                <a:ea typeface="Meiryo UI" panose="020B0604030504040204" pitchFamily="50" charset="-128"/>
              </a:rPr>
              <a:t>　（ </a:t>
            </a:r>
            <a:r>
              <a:rPr lang="ja-JP" altLang="en-US" sz="1600" u="sng" dirty="0">
                <a:solidFill>
                  <a:srgbClr val="FF0000"/>
                </a:solidFill>
                <a:latin typeface="Meiryo UI" panose="020B0604030504040204" pitchFamily="50" charset="-128"/>
                <a:ea typeface="Meiryo UI" panose="020B0604030504040204" pitchFamily="50" charset="-128"/>
              </a:rPr>
              <a:t>「実査の結果報告書」は全社統一の様式</a:t>
            </a:r>
            <a:r>
              <a:rPr lang="ja-JP" altLang="en-US" sz="1600" dirty="0">
                <a:solidFill>
                  <a:schemeClr val="accent6"/>
                </a:solidFill>
                <a:latin typeface="Meiryo UI" panose="020B0604030504040204" pitchFamily="50" charset="-128"/>
                <a:ea typeface="Meiryo UI" panose="020B0604030504040204" pitchFamily="50" charset="-128"/>
              </a:rPr>
              <a:t>とする。提出方法は後日指定）</a:t>
            </a: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endParaRPr lang="en-US" altLang="ja-JP" sz="1600" dirty="0">
              <a:solidFill>
                <a:schemeClr val="accent6"/>
              </a:solidFill>
              <a:latin typeface="Meiryo UI" panose="020B0604030504040204" pitchFamily="50" charset="-128"/>
              <a:ea typeface="Meiryo UI" panose="020B0604030504040204" pitchFamily="50" charset="-128"/>
            </a:endParaRPr>
          </a:p>
          <a:p>
            <a:pPr marL="285025">
              <a:spcAft>
                <a:spcPts val="600"/>
              </a:spcAft>
            </a:pPr>
            <a:endParaRPr lang="en-US" altLang="ja-JP" sz="1600" dirty="0">
              <a:solidFill>
                <a:schemeClr val="accent6"/>
              </a:solidFill>
              <a:latin typeface="Meiryo UI" panose="020B0604030504040204" pitchFamily="50" charset="-128"/>
              <a:ea typeface="Meiryo UI" panose="020B0604030504040204" pitchFamily="50" charset="-128"/>
            </a:endParaRPr>
          </a:p>
          <a:p>
            <a:pPr marL="570775" indent="-285750">
              <a:spcAft>
                <a:spcPts val="600"/>
              </a:spcAft>
              <a:buFont typeface="Arial" panose="020B0604020202020204" pitchFamily="34" charset="0"/>
              <a:buChar char="•"/>
            </a:pPr>
            <a:r>
              <a:rPr lang="ja-JP" altLang="en-US" sz="1600" dirty="0">
                <a:solidFill>
                  <a:schemeClr val="accent6"/>
                </a:solidFill>
                <a:latin typeface="Meiryo UI" panose="020B0604030504040204" pitchFamily="50" charset="-128"/>
                <a:ea typeface="Meiryo UI" panose="020B0604030504040204" pitchFamily="50" charset="-128"/>
              </a:rPr>
              <a:t>実査の結果、所在不明資産、遊休資産、除却漏れ資産、台帳情報の不一致があれば、原因を確認したうえで、稟議書に基づき、除却等プロセスを進める</a:t>
            </a:r>
          </a:p>
          <a:p>
            <a:pPr marL="959713" lvl="1" indent="-285750">
              <a:spcAft>
                <a:spcPts val="600"/>
              </a:spcAft>
              <a:buFont typeface="Wingdings" panose="05000000000000000000" pitchFamily="2" charset="2"/>
              <a:buChar char="Ø"/>
            </a:pPr>
            <a:r>
              <a:rPr lang="ja-JP" altLang="en-US" sz="1600" dirty="0">
                <a:solidFill>
                  <a:schemeClr val="accent6"/>
                </a:solidFill>
                <a:latin typeface="Meiryo UI" panose="020B0604030504040204" pitchFamily="50" charset="-128"/>
                <a:ea typeface="Meiryo UI" panose="020B0604030504040204" pitchFamily="50" charset="-128"/>
              </a:rPr>
              <a:t>除却等理由</a:t>
            </a:r>
            <a:r>
              <a:rPr lang="en-US" altLang="ja-JP" sz="1600" dirty="0">
                <a:solidFill>
                  <a:schemeClr val="accent6"/>
                </a:solidFill>
                <a:latin typeface="Meiryo UI" panose="020B0604030504040204" pitchFamily="50" charset="-128"/>
                <a:ea typeface="Meiryo UI" panose="020B0604030504040204" pitchFamily="50" charset="-128"/>
              </a:rPr>
              <a:t>(</a:t>
            </a:r>
            <a:r>
              <a:rPr lang="ja-JP" altLang="en-US" sz="1600" dirty="0">
                <a:solidFill>
                  <a:schemeClr val="accent6"/>
                </a:solidFill>
                <a:latin typeface="Meiryo UI" panose="020B0604030504040204" pitchFamily="50" charset="-128"/>
                <a:ea typeface="Meiryo UI" panose="020B0604030504040204" pitchFamily="50" charset="-128"/>
              </a:rPr>
              <a:t>所在不明のため等</a:t>
            </a:r>
            <a:r>
              <a:rPr lang="en-US" altLang="ja-JP" sz="1600" dirty="0">
                <a:solidFill>
                  <a:schemeClr val="accent6"/>
                </a:solidFill>
                <a:latin typeface="Meiryo UI" panose="020B0604030504040204" pitchFamily="50" charset="-128"/>
                <a:ea typeface="Meiryo UI" panose="020B0604030504040204" pitchFamily="50" charset="-128"/>
              </a:rPr>
              <a:t>)</a:t>
            </a:r>
          </a:p>
          <a:p>
            <a:pPr marL="959713" lvl="1" indent="-285750">
              <a:spcAft>
                <a:spcPts val="600"/>
              </a:spcAft>
              <a:buFont typeface="Wingdings" panose="05000000000000000000" pitchFamily="2" charset="2"/>
              <a:buChar char="Ø"/>
            </a:pPr>
            <a:r>
              <a:rPr lang="ja-JP" altLang="en-US" sz="1600" dirty="0">
                <a:solidFill>
                  <a:schemeClr val="accent6"/>
                </a:solidFill>
                <a:latin typeface="Meiryo UI" panose="020B0604030504040204" pitchFamily="50" charset="-128"/>
                <a:ea typeface="Meiryo UI" panose="020B0604030504040204" pitchFamily="50" charset="-128"/>
              </a:rPr>
              <a:t>資産名称</a:t>
            </a:r>
          </a:p>
          <a:p>
            <a:pPr marL="959713" lvl="1" indent="-285750">
              <a:spcAft>
                <a:spcPts val="600"/>
              </a:spcAft>
              <a:buFont typeface="Wingdings" panose="05000000000000000000" pitchFamily="2" charset="2"/>
              <a:buChar char="Ø"/>
            </a:pPr>
            <a:r>
              <a:rPr lang="ja-JP" altLang="en-US" sz="1600" dirty="0">
                <a:solidFill>
                  <a:schemeClr val="accent6"/>
                </a:solidFill>
                <a:latin typeface="Meiryo UI" panose="020B0604030504040204" pitchFamily="50" charset="-128"/>
                <a:ea typeface="Meiryo UI" panose="020B0604030504040204" pitchFamily="50" charset="-128"/>
              </a:rPr>
              <a:t>旧資産番号</a:t>
            </a:r>
            <a:r>
              <a:rPr lang="en-US" altLang="ja-JP" sz="1600" dirty="0">
                <a:solidFill>
                  <a:schemeClr val="accent6"/>
                </a:solidFill>
                <a:latin typeface="Meiryo UI" panose="020B0604030504040204" pitchFamily="50" charset="-128"/>
                <a:ea typeface="Meiryo UI" panose="020B0604030504040204" pitchFamily="50" charset="-128"/>
              </a:rPr>
              <a:t>,</a:t>
            </a:r>
            <a:r>
              <a:rPr lang="ja-JP" altLang="en-US" sz="1600" dirty="0">
                <a:solidFill>
                  <a:schemeClr val="accent6"/>
                </a:solidFill>
                <a:latin typeface="Meiryo UI" panose="020B0604030504040204" pitchFamily="50" charset="-128"/>
                <a:ea typeface="Meiryo UI" panose="020B0604030504040204" pitchFamily="50" charset="-128"/>
              </a:rPr>
              <a:t>新資産番号</a:t>
            </a:r>
            <a:endParaRPr lang="en-US" altLang="ja-JP" sz="1600" dirty="0">
              <a:solidFill>
                <a:schemeClr val="accent6"/>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5ECF017B-C275-D8F5-1F31-241F5C873531}"/>
              </a:ext>
            </a:extLst>
          </p:cNvPr>
          <p:cNvSpPr/>
          <p:nvPr/>
        </p:nvSpPr>
        <p:spPr>
          <a:xfrm>
            <a:off x="704851" y="2999190"/>
            <a:ext cx="8844997" cy="859619"/>
          </a:xfrm>
          <a:prstGeom prst="rect">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025">
              <a:spcAft>
                <a:spcPts val="600"/>
              </a:spcAft>
            </a:pPr>
            <a:r>
              <a:rPr lang="en-US" altLang="ja-JP">
                <a:solidFill>
                  <a:schemeClr val="accent6"/>
                </a:solidFill>
                <a:latin typeface="Meiryo UI" panose="020B0604030504040204" pitchFamily="50" charset="-128"/>
                <a:ea typeface="Meiryo UI" panose="020B0604030504040204" pitchFamily="50" charset="-128"/>
              </a:rPr>
              <a:t>(*1)</a:t>
            </a:r>
          </a:p>
          <a:p>
            <a:pPr marL="285025">
              <a:spcAft>
                <a:spcPts val="600"/>
              </a:spcAft>
            </a:pPr>
            <a:r>
              <a:rPr lang="ja-JP" altLang="en-US">
                <a:solidFill>
                  <a:schemeClr val="accent6"/>
                </a:solidFill>
                <a:latin typeface="Meiryo UI" panose="020B0604030504040204" pitchFamily="50" charset="-128"/>
                <a:ea typeface="Meiryo UI" panose="020B0604030504040204" pitchFamily="50" charset="-128"/>
              </a:rPr>
              <a:t>管理部門担当者が実査表のレビューに必要資料：固定資産台帳、ロケーション別有形固定資産一覧、取得等に関連する根拠証票、代替証票、修正仕訳の起票ルールに基づく証票、稟議表</a:t>
            </a:r>
            <a:endParaRPr lang="en-US" altLang="ja-JP">
              <a:solidFill>
                <a:schemeClr val="accent6"/>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297001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CA2D-DB09-B446-32AE-4EC2EDE2B9F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EA1F31F-11F2-612D-3B27-A3E7587828E0}"/>
              </a:ext>
            </a:extLst>
          </p:cNvPr>
          <p:cNvSpPr txBox="1">
            <a:spLocks/>
          </p:cNvSpPr>
          <p:nvPr/>
        </p:nvSpPr>
        <p:spPr>
          <a:xfrm>
            <a:off x="163350" y="95256"/>
            <a:ext cx="6581229" cy="460263"/>
          </a:xfrm>
          <a:prstGeom prst="rect">
            <a:avLst/>
          </a:prstGeom>
        </p:spPr>
        <p:txBody>
          <a:bodyPr/>
          <a:lstStyle>
            <a:lvl1pPr algn="ctr" rtl="0" eaLnBrk="0" fontAlgn="base" hangingPunct="0">
              <a:spcBef>
                <a:spcPct val="0"/>
              </a:spcBef>
              <a:spcAft>
                <a:spcPct val="0"/>
              </a:spcAft>
              <a:defRPr kumimoji="1" lang="ja-JP" altLang="en-US" sz="2000" b="0" kern="1200" smtClean="0">
                <a:solidFill>
                  <a:schemeClr val="accent2"/>
                </a:solidFill>
                <a:latin typeface="Meiryo UI" pitchFamily="50" charset="-128"/>
                <a:ea typeface="Meiryo UI" pitchFamily="50" charset="-128"/>
                <a:cs typeface="Meiryo UI" pitchFamily="50" charset="-128"/>
              </a:defRPr>
            </a:lvl1pPr>
            <a:lvl2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2pPr>
            <a:lvl3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3pPr>
            <a:lvl4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4pPr>
            <a:lvl5pPr algn="ctr" rtl="0" eaLnBrk="0" fontAlgn="base" hangingPunct="0">
              <a:spcBef>
                <a:spcPct val="0"/>
              </a:spcBef>
              <a:spcAft>
                <a:spcPct val="0"/>
              </a:spcAft>
              <a:defRPr sz="2000">
                <a:solidFill>
                  <a:schemeClr val="tx1"/>
                </a:solidFill>
                <a:latin typeface="HGPｺﾞｼｯｸE" pitchFamily="50" charset="-128"/>
                <a:ea typeface="HGPｺﾞｼｯｸE" pitchFamily="50" charset="-128"/>
              </a:defRPr>
            </a:lvl5pPr>
            <a:lvl6pPr marL="389626" algn="ctr" rtl="0" fontAlgn="base">
              <a:spcBef>
                <a:spcPct val="0"/>
              </a:spcBef>
              <a:spcAft>
                <a:spcPct val="0"/>
              </a:spcAft>
              <a:defRPr sz="1700">
                <a:solidFill>
                  <a:schemeClr val="tx1"/>
                </a:solidFill>
                <a:latin typeface="HGPｺﾞｼｯｸE" pitchFamily="50" charset="-128"/>
                <a:ea typeface="HGPｺﾞｼｯｸE" pitchFamily="50" charset="-128"/>
              </a:defRPr>
            </a:lvl6pPr>
            <a:lvl7pPr marL="779252" algn="ctr" rtl="0" fontAlgn="base">
              <a:spcBef>
                <a:spcPct val="0"/>
              </a:spcBef>
              <a:spcAft>
                <a:spcPct val="0"/>
              </a:spcAft>
              <a:defRPr sz="1700">
                <a:solidFill>
                  <a:schemeClr val="tx1"/>
                </a:solidFill>
                <a:latin typeface="HGPｺﾞｼｯｸE" pitchFamily="50" charset="-128"/>
                <a:ea typeface="HGPｺﾞｼｯｸE" pitchFamily="50" charset="-128"/>
              </a:defRPr>
            </a:lvl7pPr>
            <a:lvl8pPr marL="1168878" algn="ctr" rtl="0" fontAlgn="base">
              <a:spcBef>
                <a:spcPct val="0"/>
              </a:spcBef>
              <a:spcAft>
                <a:spcPct val="0"/>
              </a:spcAft>
              <a:defRPr sz="1700">
                <a:solidFill>
                  <a:schemeClr val="tx1"/>
                </a:solidFill>
                <a:latin typeface="HGPｺﾞｼｯｸE" pitchFamily="50" charset="-128"/>
                <a:ea typeface="HGPｺﾞｼｯｸE" pitchFamily="50" charset="-128"/>
              </a:defRPr>
            </a:lvl8pPr>
            <a:lvl9pPr marL="1558503" algn="ctr" rtl="0" fontAlgn="base">
              <a:spcBef>
                <a:spcPct val="0"/>
              </a:spcBef>
              <a:spcAft>
                <a:spcPct val="0"/>
              </a:spcAft>
              <a:defRPr sz="1700">
                <a:solidFill>
                  <a:schemeClr val="tx1"/>
                </a:solidFill>
                <a:latin typeface="HGPｺﾞｼｯｸE" pitchFamily="50" charset="-128"/>
                <a:ea typeface="HGPｺﾞｼｯｸE" pitchFamily="50" charset="-128"/>
              </a:defRPr>
            </a:lvl9pPr>
          </a:lstStyle>
          <a:p>
            <a:pPr algn="l"/>
            <a:r>
              <a:rPr lang="ja-JP" altLang="en-US" sz="2275" b="1"/>
              <a:t>５．実査表様式</a:t>
            </a:r>
            <a:endParaRPr lang="en-US" altLang="ja-JP" sz="2400" b="1">
              <a:solidFill>
                <a:schemeClr val="accent6"/>
              </a:solidFill>
            </a:endParaRPr>
          </a:p>
          <a:p>
            <a:pPr algn="l"/>
            <a:endParaRPr lang="ja-JP" altLang="en-US" sz="2275" b="1"/>
          </a:p>
        </p:txBody>
      </p:sp>
      <p:sp>
        <p:nvSpPr>
          <p:cNvPr id="5" name="テキスト ボックス 4">
            <a:extLst>
              <a:ext uri="{FF2B5EF4-FFF2-40B4-BE49-F238E27FC236}">
                <a16:creationId xmlns:a16="http://schemas.microsoft.com/office/drawing/2014/main" id="{72B815F8-C552-4745-3F4D-14D53AAAD615}"/>
              </a:ext>
            </a:extLst>
          </p:cNvPr>
          <p:cNvSpPr txBox="1"/>
          <p:nvPr/>
        </p:nvSpPr>
        <p:spPr>
          <a:xfrm>
            <a:off x="322596" y="601988"/>
            <a:ext cx="9193696" cy="3036361"/>
          </a:xfrm>
          <a:prstGeom prst="rect">
            <a:avLst/>
          </a:prstGeom>
          <a:noFill/>
        </p:spPr>
        <p:txBody>
          <a:bodyPr wrap="square" lIns="36000" rIns="36000" rtlCol="0">
            <a:noAutofit/>
          </a:bodyPr>
          <a:lstStyle/>
          <a:p>
            <a:pPr marL="285750" indent="-285750">
              <a:spcAft>
                <a:spcPts val="600"/>
              </a:spcAft>
              <a:buFont typeface="Wingdings" panose="05000000000000000000" pitchFamily="2" charset="2"/>
              <a:buChar char="l"/>
            </a:pPr>
            <a:r>
              <a:rPr kumimoji="1" lang="ja-JP" altLang="en-US" sz="2200" b="1"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実査表様式</a:t>
            </a:r>
            <a:endParaRPr kumimoji="1" lang="en-US" altLang="ja-JP" sz="2200" b="1" dirty="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625475" indent="-285750">
              <a:spcAft>
                <a:spcPts val="600"/>
              </a:spcAft>
              <a:buFont typeface="Arial" panose="020B0604020202020204" pitchFamily="34" charset="0"/>
              <a:buChar char="•"/>
            </a:pPr>
            <a:r>
              <a:rPr lang="ja-JP" altLang="en-US" sz="1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実査表のフォーマットは別途ご案内する。イメージは下記のとおり</a:t>
            </a:r>
            <a:endParaRPr lang="en-US" altLang="ja-JP" sz="1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a:p>
            <a:pPr marL="339725">
              <a:spcAft>
                <a:spcPts val="600"/>
              </a:spcAft>
            </a:pPr>
            <a:r>
              <a:rPr lang="ja-JP" altLang="en-US" sz="1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800" u="sng"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各社で現状使用しているフォーマットでも可とする</a:t>
            </a:r>
            <a:r>
              <a:rPr lang="ja-JP" altLang="en-US" sz="1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rPr>
              <a:t>）</a:t>
            </a:r>
            <a:endParaRPr lang="en-US" altLang="ja-JP" sz="1800" dirty="0">
              <a:solidFill>
                <a:schemeClr val="accent6"/>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吹き出し: 折線 12">
            <a:extLst>
              <a:ext uri="{FF2B5EF4-FFF2-40B4-BE49-F238E27FC236}">
                <a16:creationId xmlns:a16="http://schemas.microsoft.com/office/drawing/2014/main" id="{E60ED876-4F32-B693-8B5C-1C680EB3C0FF}"/>
              </a:ext>
            </a:extLst>
          </p:cNvPr>
          <p:cNvSpPr/>
          <p:nvPr/>
        </p:nvSpPr>
        <p:spPr>
          <a:xfrm>
            <a:off x="3867151" y="3311336"/>
            <a:ext cx="3035600" cy="270802"/>
          </a:xfrm>
          <a:prstGeom prst="borderCallout2">
            <a:avLst>
              <a:gd name="adj1" fmla="val -2342"/>
              <a:gd name="adj2" fmla="val 11535"/>
              <a:gd name="adj3" fmla="val -26153"/>
              <a:gd name="adj4" fmla="val 12296"/>
              <a:gd name="adj5" fmla="val -165058"/>
              <a:gd name="adj6" fmla="val 33402"/>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solidFill>
                <a:latin typeface="Meiryo UI" panose="020B0604030504040204" pitchFamily="50" charset="-128"/>
                <a:ea typeface="Meiryo UI" panose="020B0604030504040204" pitchFamily="50" charset="-128"/>
              </a:rPr>
              <a:t>実査前に固定資産台帳等から転記を済ませておく</a:t>
            </a:r>
            <a:endParaRPr lang="en-US" altLang="ja-JP" sz="1100">
              <a:solidFill>
                <a:schemeClr val="tx1"/>
              </a:solidFill>
              <a:latin typeface="Meiryo UI" panose="020B0604030504040204" pitchFamily="50" charset="-128"/>
              <a:ea typeface="Meiryo UI" panose="020B0604030504040204" pitchFamily="50" charset="-128"/>
            </a:endParaRPr>
          </a:p>
        </p:txBody>
      </p:sp>
      <p:sp>
        <p:nvSpPr>
          <p:cNvPr id="14" name="吹き出し: 折線 13">
            <a:extLst>
              <a:ext uri="{FF2B5EF4-FFF2-40B4-BE49-F238E27FC236}">
                <a16:creationId xmlns:a16="http://schemas.microsoft.com/office/drawing/2014/main" id="{AF318AF6-D817-7977-F154-DDF6D29F7DCC}"/>
              </a:ext>
            </a:extLst>
          </p:cNvPr>
          <p:cNvSpPr/>
          <p:nvPr/>
        </p:nvSpPr>
        <p:spPr>
          <a:xfrm>
            <a:off x="4369944" y="5016368"/>
            <a:ext cx="2030014" cy="270802"/>
          </a:xfrm>
          <a:prstGeom prst="borderCallout2">
            <a:avLst>
              <a:gd name="adj1" fmla="val -2342"/>
              <a:gd name="adj2" fmla="val 11535"/>
              <a:gd name="adj3" fmla="val -54588"/>
              <a:gd name="adj4" fmla="val 9925"/>
              <a:gd name="adj5" fmla="val -129514"/>
              <a:gd name="adj6" fmla="val 15888"/>
            </a:avLst>
          </a:prstGeom>
          <a:solidFill>
            <a:schemeClr val="accent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100">
                <a:solidFill>
                  <a:schemeClr val="tx1"/>
                </a:solidFill>
                <a:latin typeface="Meiryo UI" panose="020B0604030504040204" pitchFamily="50" charset="-128"/>
                <a:ea typeface="Meiryo UI" panose="020B0604030504040204" pitchFamily="50" charset="-128"/>
              </a:rPr>
              <a:t>現物実査当日に残りを埋める</a:t>
            </a:r>
            <a:endParaRPr lang="en-US" altLang="ja-JP" sz="1100">
              <a:solidFill>
                <a:schemeClr val="tx1"/>
              </a:solidFill>
              <a:latin typeface="Meiryo UI" panose="020B0604030504040204" pitchFamily="50" charset="-128"/>
              <a:ea typeface="Meiryo UI" panose="020B0604030504040204" pitchFamily="50" charset="-128"/>
            </a:endParaRPr>
          </a:p>
        </p:txBody>
      </p:sp>
      <p:pic>
        <p:nvPicPr>
          <p:cNvPr id="20" name="図 19">
            <a:extLst>
              <a:ext uri="{FF2B5EF4-FFF2-40B4-BE49-F238E27FC236}">
                <a16:creationId xmlns:a16="http://schemas.microsoft.com/office/drawing/2014/main" id="{230D05CF-F088-6E27-917A-DE2F731B3045}"/>
              </a:ext>
            </a:extLst>
          </p:cNvPr>
          <p:cNvPicPr>
            <a:picLocks noChangeAspect="1"/>
          </p:cNvPicPr>
          <p:nvPr/>
        </p:nvPicPr>
        <p:blipFill>
          <a:blip r:embed="rId3"/>
          <a:stretch>
            <a:fillRect/>
          </a:stretch>
        </p:blipFill>
        <p:spPr>
          <a:xfrm>
            <a:off x="26524" y="4041528"/>
            <a:ext cx="9078592" cy="504895"/>
          </a:xfrm>
          <a:prstGeom prst="rect">
            <a:avLst/>
          </a:prstGeom>
        </p:spPr>
      </p:pic>
      <p:pic>
        <p:nvPicPr>
          <p:cNvPr id="22" name="図 21">
            <a:extLst>
              <a:ext uri="{FF2B5EF4-FFF2-40B4-BE49-F238E27FC236}">
                <a16:creationId xmlns:a16="http://schemas.microsoft.com/office/drawing/2014/main" id="{4C595B63-9DBF-CA4F-D400-F6F3395FBC8E}"/>
              </a:ext>
            </a:extLst>
          </p:cNvPr>
          <p:cNvPicPr>
            <a:picLocks noChangeAspect="1"/>
          </p:cNvPicPr>
          <p:nvPr/>
        </p:nvPicPr>
        <p:blipFill>
          <a:blip r:embed="rId4"/>
          <a:stretch>
            <a:fillRect/>
          </a:stretch>
        </p:blipFill>
        <p:spPr>
          <a:xfrm>
            <a:off x="0" y="2313284"/>
            <a:ext cx="9906000" cy="397831"/>
          </a:xfrm>
          <a:prstGeom prst="rect">
            <a:avLst/>
          </a:prstGeom>
        </p:spPr>
      </p:pic>
      <p:sp>
        <p:nvSpPr>
          <p:cNvPr id="8" name="四角形: 角を丸くする 7">
            <a:extLst>
              <a:ext uri="{FF2B5EF4-FFF2-40B4-BE49-F238E27FC236}">
                <a16:creationId xmlns:a16="http://schemas.microsoft.com/office/drawing/2014/main" id="{BF2F9C91-EA77-C459-3842-77C9C1E55B20}"/>
              </a:ext>
            </a:extLst>
          </p:cNvPr>
          <p:cNvSpPr/>
          <p:nvPr/>
        </p:nvSpPr>
        <p:spPr>
          <a:xfrm>
            <a:off x="3534324" y="2144408"/>
            <a:ext cx="6371676" cy="648219"/>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sp>
        <p:nvSpPr>
          <p:cNvPr id="11" name="四角形: 角を丸くする 10">
            <a:extLst>
              <a:ext uri="{FF2B5EF4-FFF2-40B4-BE49-F238E27FC236}">
                <a16:creationId xmlns:a16="http://schemas.microsoft.com/office/drawing/2014/main" id="{8A6EAF91-C5DD-36F9-C8AF-64E159D1A9DC}"/>
              </a:ext>
            </a:extLst>
          </p:cNvPr>
          <p:cNvSpPr/>
          <p:nvPr/>
        </p:nvSpPr>
        <p:spPr>
          <a:xfrm>
            <a:off x="4250723" y="3872568"/>
            <a:ext cx="4934465" cy="740621"/>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ja-JP" altLang="en-US" sz="140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60205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6645A-23AE-DAA6-9072-990FC7B00A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1C6BE8-1F4D-1068-09B1-33D8FA7D2C21}"/>
              </a:ext>
            </a:extLst>
          </p:cNvPr>
          <p:cNvSpPr>
            <a:spLocks noGrp="1"/>
          </p:cNvSpPr>
          <p:nvPr>
            <p:ph type="title"/>
          </p:nvPr>
        </p:nvSpPr>
        <p:spPr>
          <a:xfrm>
            <a:off x="2180860" y="2984439"/>
            <a:ext cx="5544281" cy="748112"/>
          </a:xfrm>
          <a:ln>
            <a:solidFill>
              <a:schemeClr val="tx1"/>
            </a:solidFill>
          </a:ln>
        </p:spPr>
        <p:txBody>
          <a:bodyPr anchor="ctr"/>
          <a:lstStyle/>
          <a:p>
            <a:pPr algn="ctr"/>
            <a:r>
              <a:rPr lang="ja-JP" altLang="en-US"/>
              <a:t>問い合わせ先</a:t>
            </a:r>
            <a:endParaRPr kumimoji="1" lang="ja-JP" altLang="en-US"/>
          </a:p>
        </p:txBody>
      </p:sp>
    </p:spTree>
    <p:extLst>
      <p:ext uri="{BB962C8B-B14F-4D97-AF65-F5344CB8AC3E}">
        <p14:creationId xmlns:p14="http://schemas.microsoft.com/office/powerpoint/2010/main" val="1183133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3185B-A90E-2736-5D97-1DA658F9C2A7}"/>
            </a:ext>
          </a:extLst>
        </p:cNvPr>
        <p:cNvGrpSpPr/>
        <p:nvPr/>
      </p:nvGrpSpPr>
      <p:grpSpPr>
        <a:xfrm>
          <a:off x="0" y="0"/>
          <a:ext cx="0" cy="0"/>
          <a:chOff x="0" y="0"/>
          <a:chExt cx="0" cy="0"/>
        </a:xfrm>
      </p:grpSpPr>
      <p:graphicFrame>
        <p:nvGraphicFramePr>
          <p:cNvPr id="17" name="オブジェクト 16" hidden="1">
            <a:extLst>
              <a:ext uri="{FF2B5EF4-FFF2-40B4-BE49-F238E27FC236}">
                <a16:creationId xmlns:a16="http://schemas.microsoft.com/office/drawing/2014/main" id="{2F1E0081-FD73-1A04-7CB9-9505A91883B2}"/>
              </a:ext>
            </a:extLst>
          </p:cNvPr>
          <p:cNvGraphicFramePr>
            <a:graphicFrameLocks noChangeAspect="1"/>
          </p:cNvGraphicFramePr>
          <p:nvPr>
            <p:custDataLst>
              <p:tags r:id="rId1"/>
            </p:custDataLst>
          </p:nvPr>
        </p:nvGraphicFramePr>
        <p:xfrm>
          <a:off x="929978" y="644228"/>
          <a:ext cx="1290" cy="1290"/>
        </p:xfrm>
        <a:graphic>
          <a:graphicData uri="http://schemas.openxmlformats.org/presentationml/2006/ole">
            <mc:AlternateContent xmlns:mc="http://schemas.openxmlformats.org/markup-compatibility/2006">
              <mc:Choice xmlns:v="urn:schemas-microsoft-com:vml" Requires="v">
                <p:oleObj name="think-cellスライド" r:id="rId4" imgW="353" imgH="353" progId="TCLayout.ActiveDocument.1">
                  <p:embed/>
                </p:oleObj>
              </mc:Choice>
              <mc:Fallback>
                <p:oleObj name="think-cellスライド" r:id="rId4" imgW="353" imgH="353" progId="TCLayout.ActiveDocument.1">
                  <p:embed/>
                  <p:pic>
                    <p:nvPicPr>
                      <p:cNvPr id="17" name="オブジェクト 16" hidden="1">
                        <a:extLst>
                          <a:ext uri="{FF2B5EF4-FFF2-40B4-BE49-F238E27FC236}">
                            <a16:creationId xmlns:a16="http://schemas.microsoft.com/office/drawing/2014/main" id="{2F1E0081-FD73-1A04-7CB9-9505A91883B2}"/>
                          </a:ext>
                        </a:extLst>
                      </p:cNvPr>
                      <p:cNvPicPr/>
                      <p:nvPr/>
                    </p:nvPicPr>
                    <p:blipFill>
                      <a:blip r:embed="rId5"/>
                      <a:stretch>
                        <a:fillRect/>
                      </a:stretch>
                    </p:blipFill>
                    <p:spPr>
                      <a:xfrm>
                        <a:off x="929978" y="644228"/>
                        <a:ext cx="1290" cy="1290"/>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062072A9-9041-316F-21EE-3687D4087EC9}"/>
              </a:ext>
            </a:extLst>
          </p:cNvPr>
          <p:cNvSpPr>
            <a:spLocks noGrp="1"/>
          </p:cNvSpPr>
          <p:nvPr>
            <p:ph type="title"/>
          </p:nvPr>
        </p:nvSpPr>
        <p:spPr>
          <a:xfrm>
            <a:off x="291133" y="162628"/>
            <a:ext cx="8099974" cy="371461"/>
          </a:xfrm>
        </p:spPr>
        <p:txBody>
          <a:bodyPr/>
          <a:lstStyle/>
          <a:p>
            <a:r>
              <a:rPr lang="ja-JP" altLang="en-US"/>
              <a:t>問い合わせ先</a:t>
            </a:r>
            <a:endParaRPr kumimoji="1" lang="ja-JP" altLang="en-US"/>
          </a:p>
        </p:txBody>
      </p:sp>
      <p:sp>
        <p:nvSpPr>
          <p:cNvPr id="4" name="正方形/長方形 3">
            <a:extLst>
              <a:ext uri="{FF2B5EF4-FFF2-40B4-BE49-F238E27FC236}">
                <a16:creationId xmlns:a16="http://schemas.microsoft.com/office/drawing/2014/main" id="{497DEE3F-6C1C-9F58-7558-CCB3D7F08E73}"/>
              </a:ext>
            </a:extLst>
          </p:cNvPr>
          <p:cNvSpPr/>
          <p:nvPr/>
        </p:nvSpPr>
        <p:spPr>
          <a:xfrm>
            <a:off x="291133" y="853441"/>
            <a:ext cx="9033164" cy="488550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rPr>
              <a:t>エア・ウォーター株式会社</a:t>
            </a:r>
            <a:endParaRPr lang="en-US" altLang="ja-JP" sz="2000">
              <a:solidFill>
                <a:schemeClr val="tx1"/>
              </a:solidFill>
            </a:endParaRPr>
          </a:p>
          <a:p>
            <a:r>
              <a:rPr lang="ja-JP" altLang="en-US" sz="2000">
                <a:solidFill>
                  <a:schemeClr val="tx1"/>
                </a:solidFill>
              </a:rPr>
              <a:t>　　経理室　</a:t>
            </a:r>
            <a:r>
              <a:rPr lang="zh-TW" altLang="en-US" sz="2000">
                <a:solidFill>
                  <a:schemeClr val="tx1"/>
                </a:solidFill>
              </a:rPr>
              <a:t> </a:t>
            </a:r>
            <a:r>
              <a:rPr lang="ja-JP" altLang="en-US" sz="2000">
                <a:solidFill>
                  <a:schemeClr val="tx1"/>
                </a:solidFill>
              </a:rPr>
              <a:t>固定資産実査</a:t>
            </a:r>
            <a:r>
              <a:rPr lang="zh-TW" altLang="en-US" sz="2000">
                <a:solidFill>
                  <a:schemeClr val="tx1"/>
                </a:solidFill>
              </a:rPr>
              <a:t>事務局（</a:t>
            </a:r>
            <a:r>
              <a:rPr lang="en-US" altLang="zh-TW" sz="2000">
                <a:solidFill>
                  <a:schemeClr val="tx1"/>
                </a:solidFill>
              </a:rPr>
              <a:t>AWI</a:t>
            </a:r>
            <a:r>
              <a:rPr lang="zh-TW" altLang="en-US" sz="2000">
                <a:solidFill>
                  <a:schemeClr val="tx1"/>
                </a:solidFill>
              </a:rPr>
              <a:t>） </a:t>
            </a:r>
            <a:r>
              <a:rPr lang="en-US" altLang="zh-TW" sz="2000">
                <a:solidFill>
                  <a:schemeClr val="tx1"/>
                </a:solidFill>
              </a:rPr>
              <a:t>&lt;kotei-info@awi.co.jp&gt;</a:t>
            </a:r>
            <a:endParaRPr lang="ja-JP" altLang="en-US" sz="2000">
              <a:solidFill>
                <a:schemeClr val="tx1"/>
              </a:solidFill>
            </a:endParaRPr>
          </a:p>
        </p:txBody>
      </p:sp>
    </p:spTree>
    <p:extLst>
      <p:ext uri="{BB962C8B-B14F-4D97-AF65-F5344CB8AC3E}">
        <p14:creationId xmlns:p14="http://schemas.microsoft.com/office/powerpoint/2010/main" val="11581727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CSK temp 2">
  <a:themeElements>
    <a:clrScheme name="SCSK temp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CSK temp 2">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FF99"/>
        </a:solidFill>
        <a:ln w="28575">
          <a:noFill/>
          <a:prstDash val="sysDash"/>
          <a:miter lim="800000"/>
          <a:headEnd/>
          <a:tailEnd/>
        </a:ln>
        <a:effectLst>
          <a:outerShdw blurRad="63500" sx="102000" sy="102000" algn="ctr" rotWithShape="0">
            <a:prstClr val="black">
              <a:alpha val="40000"/>
            </a:prstClr>
          </a:outerShdw>
        </a:effectLst>
      </a:spPr>
      <a:bodyPr wrap="square" lIns="66918" tIns="33459" rIns="66918" bIns="33459" anchor="ctr" anchorCtr="0"/>
      <a:lstStyle>
        <a:defPPr marL="74303" indent="-74303">
          <a:defRPr sz="1600" b="1" u="sng" dirty="0">
            <a:latin typeface="Meiryo UI" panose="020B0604030504040204" pitchFamily="50" charset="-128"/>
            <a:ea typeface="Meiryo UI" panose="020B0604030504040204" pitchFamily="50" charset="-128"/>
            <a:cs typeface="Meiryo UI" panose="020B0604030504040204" pitchFamily="50" charset="-128"/>
          </a:defRPr>
        </a:defPPr>
      </a:lstStyle>
    </a:spDef>
    <a:txDef>
      <a:spPr>
        <a:noFill/>
        <a:ln>
          <a:solidFill>
            <a:schemeClr val="accent6"/>
          </a:solidFill>
        </a:ln>
      </a:spPr>
      <a:bodyPr wrap="square" rtlCol="0">
        <a:spAutoFit/>
      </a:bodyPr>
      <a:lstStyle>
        <a:defPPr>
          <a:defRPr sz="1200" dirty="0">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SCSK temp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CSK temp 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CSK temp 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CSK temp 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CSK temp 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CSK temp 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CSK temp 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CSK temp 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CSK temp 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CSK temp 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CSK temp 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CSK temp 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plate5">
  <a:themeElements>
    <a:clrScheme name="templat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emplate5">
      <a:majorFont>
        <a:latin typeface="HGPｺﾞｼｯｸE"/>
        <a:ea typeface="HGPｺﾞｼｯｸE"/>
        <a:cs typeface=""/>
      </a:majorFont>
      <a:minorFont>
        <a:latin typeface="HGPｺﾞｼｯｸE"/>
        <a:ea typeface="HGPｺﾞｼｯｸ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1"/>
          </a:solidFill>
        </a:ln>
      </a:spPr>
      <a:bodyPr rtlCol="0" anchor="ctr"/>
      <a:lstStyle>
        <a:defPPr algn="ctr">
          <a:defRPr sz="1400" dirty="0">
            <a:solidFill>
              <a:schemeClr val="tx1"/>
            </a:solidFill>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84138" marR="0" indent="-84138" algn="ctr" defTabSz="914400" rtl="0" eaLnBrk="1" fontAlgn="base" latinLnBrk="0" hangingPunct="0">
          <a:lnSpc>
            <a:spcPct val="90000"/>
          </a:lnSpc>
          <a:spcBef>
            <a:spcPct val="20000"/>
          </a:spcBef>
          <a:spcAft>
            <a:spcPct val="0"/>
          </a:spcAft>
          <a:buClrTx/>
          <a:buSzTx/>
          <a:buFontTx/>
          <a:buNone/>
          <a:tabLst/>
          <a:defRPr kumimoji="0" lang="ja-JP" altLang="en-US" sz="1400" b="0" i="0" u="none" strike="noStrike" cap="none" normalizeH="0" baseline="0" smtClean="0">
            <a:ln>
              <a:noFill/>
            </a:ln>
            <a:solidFill>
              <a:schemeClr val="tx1"/>
            </a:solidFill>
            <a:effectLst/>
            <a:latin typeface="HGPｺﾞｼｯｸE" pitchFamily="50" charset="-128"/>
            <a:ea typeface="HGPｺﾞｼｯｸE" pitchFamily="50" charset="-128"/>
          </a:defRPr>
        </a:defPPr>
      </a:lstStyle>
    </a:lnDef>
    <a:txDef>
      <a:spPr>
        <a:noFill/>
      </a:spPr>
      <a:bodyPr wrap="none" lIns="36000" rIns="36000" rtlCol="0">
        <a:noAutofit/>
      </a:bodyPr>
      <a:lstStyle>
        <a:defPPr>
          <a:defRPr kumimoji="1" sz="1600" dirty="0" smtClean="0">
            <a:solidFill>
              <a:schemeClr val="accent6"/>
            </a:solidFill>
            <a:latin typeface="Meiryo UI" panose="020B0604030504040204" pitchFamily="50" charset="-128"/>
            <a:ea typeface="Meiryo UI" panose="020B0604030504040204" pitchFamily="50" charset="-128"/>
            <a:cs typeface="Meiryo UI" panose="020B0604030504040204" pitchFamily="50" charset="-128"/>
          </a:defRPr>
        </a:defPPr>
      </a:lstStyle>
    </a:txDef>
  </a:objectDefaults>
  <a:extraClrSchemeLst>
    <a:extraClrScheme>
      <a:clrScheme name="template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mplate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mplate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mplate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mplate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mplate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mplate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mplate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mplate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mplate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mplate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mplate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SCSK temp 2">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C268B436EB18E442973B581CF6E2589A" ma:contentTypeVersion="13" ma:contentTypeDescription="新しいドキュメントを作成します。" ma:contentTypeScope="" ma:versionID="a70ef983454851aff18eee0209645a60">
  <xsd:schema xmlns:xsd="http://www.w3.org/2001/XMLSchema" xmlns:xs="http://www.w3.org/2001/XMLSchema" xmlns:p="http://schemas.microsoft.com/office/2006/metadata/properties" xmlns:ns2="703ed930-eda9-4c5b-9b49-c31c3bc53e9d" targetNamespace="http://schemas.microsoft.com/office/2006/metadata/properties" ma:root="true" ma:fieldsID="8e3dc4bdb419183c51411d79852c4f8a" ns2:_="">
    <xsd:import namespace="703ed930-eda9-4c5b-9b49-c31c3bc53e9d"/>
    <xsd:element name="properties">
      <xsd:complexType>
        <xsd:sequence>
          <xsd:element name="documentManagement">
            <xsd:complexType>
              <xsd:all>
                <xsd:element ref="ns2:_x516c__x958b_" minOccurs="0"/>
                <xsd:element ref="ns2:_x516c__x958b__x7d42__x4e86__x65e5_" minOccurs="0"/>
                <xsd:element ref="ns2:_x767a__x4fe1__x90e8__x7f72_" minOccurs="0"/>
                <xsd:element ref="ns2:_x7a2e__x5225_" minOccurs="0"/>
                <xsd:element ref="ns2:_x91cd__x8981__x5ea6_" minOccurs="0"/>
                <xsd:element ref="ns2:_x516c__x958b__x65e5_" minOccurs="0"/>
                <xsd:element ref="ns2:_x516c__x958b__x72b6__x6cc1_" minOccurs="0"/>
                <xsd:element ref="ns2:_x516c__x958b__x7bc4__x56f2_" minOccurs="0"/>
                <xsd:element ref="ns2:_x66f4__x65b0__x65e5_" minOccurs="0"/>
                <xsd:element ref="ns2:_x66f4__x65b0__x65e5_0"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3ed930-eda9-4c5b-9b49-c31c3bc53e9d" elementFormDefault="qualified">
    <xsd:import namespace="http://schemas.microsoft.com/office/2006/documentManagement/types"/>
    <xsd:import namespace="http://schemas.microsoft.com/office/infopath/2007/PartnerControls"/>
    <xsd:element name="_x516c__x958b_" ma:index="8" nillable="true" ma:displayName="公開状態" ma:default="公開中" ma:format="Dropdown" ma:internalName="_x516c__x958b_">
      <xsd:simpleType>
        <xsd:restriction base="dms:Choice">
          <xsd:enumeration value="公開中"/>
          <xsd:enumeration value="公開停止"/>
          <xsd:enumeration value="AW単体"/>
        </xsd:restriction>
      </xsd:simpleType>
    </xsd:element>
    <xsd:element name="_x516c__x958b__x7d42__x4e86__x65e5_" ma:index="9" nillable="true" ma:displayName="公開終了日" ma:format="DateOnly" ma:internalName="_x516c__x958b__x7d42__x4e86__x65e5_">
      <xsd:simpleType>
        <xsd:restriction base="dms:DateTime"/>
      </xsd:simpleType>
    </xsd:element>
    <xsd:element name="_x767a__x4fe1__x90e8__x7f72_" ma:index="10" nillable="true" ma:displayName="発信部署" ma:format="Dropdown" ma:internalName="_x767a__x4fe1__x90e8__x7f72_">
      <xsd:simpleType>
        <xsd:restriction base="dms:Text">
          <xsd:maxLength value="255"/>
        </xsd:restriction>
      </xsd:simpleType>
    </xsd:element>
    <xsd:element name="_x7a2e__x5225_" ma:index="11" nillable="true" ma:displayName="種別" ma:format="Dropdown" ma:internalName="_x7a2e__x5225_">
      <xsd:simpleType>
        <xsd:restriction base="dms:Choice">
          <xsd:enumeration value="グループ通達"/>
          <xsd:enumeration value="グループお知らせ"/>
          <xsd:enumeration value="社内通達"/>
          <xsd:enumeration value="社内お知らせ"/>
          <xsd:enumeration value="メール配信"/>
        </xsd:restriction>
      </xsd:simpleType>
    </xsd:element>
    <xsd:element name="_x91cd__x8981__x5ea6_" ma:index="12" nillable="true" ma:displayName="重要度" ma:format="Dropdown" ma:internalName="_x91cd__x8981__x5ea6_">
      <xsd:simpleType>
        <xsd:restriction base="dms:Choice">
          <xsd:enumeration value="緊急"/>
          <xsd:enumeration value="重要"/>
          <xsd:enumeration value="標準"/>
        </xsd:restriction>
      </xsd:simpleType>
    </xsd:element>
    <xsd:element name="_x516c__x958b__x65e5_" ma:index="13" nillable="true" ma:displayName="公開日" ma:format="DateOnly" ma:internalName="_x516c__x958b__x65e5_">
      <xsd:simpleType>
        <xsd:restriction base="dms:DateTime"/>
      </xsd:simpleType>
    </xsd:element>
    <xsd:element name="_x516c__x958b__x72b6__x6cc1_" ma:index="14" nillable="true" ma:displayName="公開状況" ma:default="公開中" ma:format="Dropdown" ma:internalName="_x516c__x958b__x72b6__x6cc1_">
      <xsd:simpleType>
        <xsd:restriction base="dms:Text">
          <xsd:maxLength value="255"/>
        </xsd:restriction>
      </xsd:simpleType>
    </xsd:element>
    <xsd:element name="_x516c__x958b__x7bc4__x56f2_" ma:index="15" nillable="true" ma:displayName="公開範囲" ma:default="全社(M365導入会社)" ma:format="Dropdown" ma:internalName="_x516c__x958b__x7bc4__x56f2_">
      <xsd:simpleType>
        <xsd:restriction base="dms:Choice">
          <xsd:enumeration value="全社(M365導入会社)"/>
          <xsd:enumeration value="エア・ウォーター"/>
        </xsd:restriction>
      </xsd:simpleType>
    </xsd:element>
    <xsd:element name="_x66f4__x65b0__x65e5_" ma:index="16" nillable="true" ma:displayName="memo" ma:format="Dropdown" ma:internalName="_x66f4__x65b0__x65e5_">
      <xsd:simpleType>
        <xsd:restriction base="dms:Text">
          <xsd:maxLength value="255"/>
        </xsd:restriction>
      </xsd:simpleType>
    </xsd:element>
    <xsd:element name="_x66f4__x65b0__x65e5_0" ma:index="17" nillable="true" ma:displayName="更新日" ma:default="[today]" ma:format="DateTime" ma:internalName="_x66f4__x65b0__x65e5_0">
      <xsd:simpleType>
        <xsd:restriction base="dms:DateTime"/>
      </xsd:simpleType>
    </xsd:element>
    <xsd:element name="MediaServiceMetadata" ma:index="18" nillable="true" ma:displayName="MediaServiceMetadata" ma:hidden="true" ma:internalName="MediaServiceMetadata" ma:readOnly="true">
      <xsd:simpleType>
        <xsd:restriction base="dms:Note"/>
      </xsd:simpleType>
    </xsd:element>
    <xsd:element name="MediaServiceFastMetadata" ma:index="19" nillable="true" ma:displayName="MediaServiceFastMetadata" ma:hidden="true" ma:internalName="MediaServiceFastMetadata"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x516c__x958b_ xmlns="703ed930-eda9-4c5b-9b49-c31c3bc53e9d">公開中</_x516c__x958b_>
    <_x516c__x958b__x7d42__x4e86__x65e5_ xmlns="703ed930-eda9-4c5b-9b49-c31c3bc53e9d" xsi:nil="true"/>
    <_x767a__x4fe1__x90e8__x7f72_ xmlns="703ed930-eda9-4c5b-9b49-c31c3bc53e9d" xsi:nil="true"/>
    <_x91cd__x8981__x5ea6_ xmlns="703ed930-eda9-4c5b-9b49-c31c3bc53e9d" xsi:nil="true"/>
    <_x7a2e__x5225_ xmlns="703ed930-eda9-4c5b-9b49-c31c3bc53e9d" xsi:nil="true"/>
    <_x516c__x958b__x65e5_ xmlns="703ed930-eda9-4c5b-9b49-c31c3bc53e9d" xsi:nil="true"/>
    <_x516c__x958b__x72b6__x6cc1_ xmlns="703ed930-eda9-4c5b-9b49-c31c3bc53e9d">公開中</_x516c__x958b__x72b6__x6cc1_>
    <_x516c__x958b__x7bc4__x56f2_ xmlns="703ed930-eda9-4c5b-9b49-c31c3bc53e9d">全社(M365導入会社)</_x516c__x958b__x7bc4__x56f2_>
    <_x66f4__x65b0__x65e5_ xmlns="703ed930-eda9-4c5b-9b49-c31c3bc53e9d" xsi:nil="true"/>
    <_x66f4__x65b0__x65e5_0 xmlns="703ed930-eda9-4c5b-9b49-c31c3bc53e9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5B6D33-E4F8-443A-BCE1-B2F54DDAD974}"/>
</file>

<file path=customXml/itemProps2.xml><?xml version="1.0" encoding="utf-8"?>
<ds:datastoreItem xmlns:ds="http://schemas.openxmlformats.org/officeDocument/2006/customXml" ds:itemID="{4472C08F-E587-4EBB-BD30-264897BEFBA5}">
  <ds:schemaRef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purl.org/dc/terms/"/>
    <ds:schemaRef ds:uri="http://schemas.microsoft.com/office/infopath/2007/PartnerControls"/>
    <ds:schemaRef ds:uri="http://purl.org/dc/dcmitype/"/>
    <ds:schemaRef ds:uri="9e5f23c6-cb1d-492b-837e-19c0a3c6fbc9"/>
    <ds:schemaRef ds:uri="1bb38567-8471-4498-8d73-7edaba267f9d"/>
    <ds:schemaRef ds:uri="http://purl.org/dc/elements/1.1/"/>
    <ds:schemaRef ds:uri="77e078cd-1bfb-4a69-ac6a-dd1c5b4ef81f"/>
    <ds:schemaRef ds:uri="4bac9a2e-230c-4884-adb3-d3ba2c027362"/>
  </ds:schemaRefs>
</ds:datastoreItem>
</file>

<file path=customXml/itemProps3.xml><?xml version="1.0" encoding="utf-8"?>
<ds:datastoreItem xmlns:ds="http://schemas.openxmlformats.org/officeDocument/2006/customXml" ds:itemID="{8A5AFA1D-05FF-407A-B50D-22BB80C29ECD}">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12</TotalTime>
  <Words>1951</Words>
  <Application>Microsoft Office PowerPoint</Application>
  <PresentationFormat>A4 210 x 297 mm</PresentationFormat>
  <Paragraphs>184</Paragraphs>
  <Slides>17</Slides>
  <Notes>17</Notes>
  <HiddenSlides>0</HiddenSlides>
  <MMClips>0</MMClips>
  <ScaleCrop>false</ScaleCrop>
  <HeadingPairs>
    <vt:vector size="8" baseType="variant">
      <vt:variant>
        <vt:lpstr>使用されているフォント</vt:lpstr>
      </vt:variant>
      <vt:variant>
        <vt:i4>7</vt:i4>
      </vt:variant>
      <vt:variant>
        <vt:lpstr>テーマ</vt:lpstr>
      </vt:variant>
      <vt:variant>
        <vt:i4>3</vt:i4>
      </vt:variant>
      <vt:variant>
        <vt:lpstr>埋め込まれた OLE サーバー</vt:lpstr>
      </vt:variant>
      <vt:variant>
        <vt:i4>1</vt:i4>
      </vt:variant>
      <vt:variant>
        <vt:lpstr>スライド タイトル</vt:lpstr>
      </vt:variant>
      <vt:variant>
        <vt:i4>17</vt:i4>
      </vt:variant>
    </vt:vector>
  </HeadingPairs>
  <TitlesOfParts>
    <vt:vector size="28" baseType="lpstr">
      <vt:lpstr>HGPｺﾞｼｯｸE</vt:lpstr>
      <vt:lpstr>Meiryo UI</vt:lpstr>
      <vt:lpstr>Meiryo</vt:lpstr>
      <vt:lpstr>Arial</vt:lpstr>
      <vt:lpstr>Calibri</vt:lpstr>
      <vt:lpstr>Calibri Light</vt:lpstr>
      <vt:lpstr>Wingdings</vt:lpstr>
      <vt:lpstr>SCSK temp 2</vt:lpstr>
      <vt:lpstr>2_template5</vt:lpstr>
      <vt:lpstr>1_SCSK temp 2</vt:lpstr>
      <vt:lpstr>think-cellスライド</vt:lpstr>
      <vt:lpstr>PowerPoint プレゼンテーション</vt:lpstr>
      <vt:lpstr>目次</vt:lpstr>
      <vt:lpstr>PowerPoint プレゼンテーション</vt:lpstr>
      <vt:lpstr>体制</vt:lpstr>
      <vt:lpstr>PowerPoint プレゼンテーション</vt:lpstr>
      <vt:lpstr>固定資産実査について</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問い合わせ先</vt:lpstr>
      <vt:lpstr>問い合わせ先</vt:lpstr>
    </vt:vector>
  </TitlesOfParts>
  <Company>AGC&amp;accenture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20241111_1114_新リース基準/IFRS18号説明会資料</dc:title>
  <dc:creator>yamagami-jun@awi.co.jp</dc:creator>
  <cp:lastModifiedBy>長門 伸吾</cp:lastModifiedBy>
  <cp:revision>3</cp:revision>
  <cp:lastPrinted>2026-04-03T11:57:40Z</cp:lastPrinted>
  <dcterms:created xsi:type="dcterms:W3CDTF">2007-01-29T21:33:42Z</dcterms:created>
  <dcterms:modified xsi:type="dcterms:W3CDTF">2026-04-09T10:36:59Z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0x010100C268B436EB18E442973B581CF6E2589A</vt:lpwstr>
  </property>
  <property fmtid="{D5CDD505-2E9C-101B-9397-08002B2CF9AE}" pid="3" name="MediaServiceImageTags">
    <vt:lpwstr/>
  </property>
  <property fmtid="{D5CDD505-2E9C-101B-9397-08002B2CF9AE}" pid="4" name="Order">
    <vt:r8>57000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_SourceUrl">
    <vt:lpwstr/>
  </property>
  <property fmtid="{D5CDD505-2E9C-101B-9397-08002B2CF9AE}" pid="12" name="_SharedFileIndex">
    <vt:lpwstr/>
  </property>
</Properties>
</file>