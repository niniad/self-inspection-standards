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ags/tag1.xml" ContentType="application/vnd.openxmlformats-officedocument.presentationml.tags+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6.xml" ContentType="application/vnd.openxmlformats-officedocument.presentationml.tags+xml"/>
  <Override PartName="/ppt/notesSlides/notesSlide17.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2" r:id="rId4"/>
    <p:sldMasterId id="2147483673" r:id="rId5"/>
    <p:sldMasterId id="2147483678" r:id="rId6"/>
  </p:sldMasterIdLst>
  <p:notesMasterIdLst>
    <p:notesMasterId r:id="rId24"/>
  </p:notesMasterIdLst>
  <p:handoutMasterIdLst>
    <p:handoutMasterId r:id="rId25"/>
  </p:handoutMasterIdLst>
  <p:sldIdLst>
    <p:sldId id="3115" r:id="rId7"/>
    <p:sldId id="3173" r:id="rId8"/>
    <p:sldId id="3209" r:id="rId9"/>
    <p:sldId id="3174" r:id="rId10"/>
    <p:sldId id="3176" r:id="rId11"/>
    <p:sldId id="3196" r:id="rId12"/>
    <p:sldId id="3197" r:id="rId13"/>
    <p:sldId id="3198" r:id="rId14"/>
    <p:sldId id="3201" r:id="rId15"/>
    <p:sldId id="3204" r:id="rId16"/>
    <p:sldId id="3199" r:id="rId17"/>
    <p:sldId id="3202" r:id="rId18"/>
    <p:sldId id="3210" r:id="rId19"/>
    <p:sldId id="3203" r:id="rId20"/>
    <p:sldId id="3206" r:id="rId21"/>
    <p:sldId id="3208" r:id="rId22"/>
    <p:sldId id="3147" r:id="rId23"/>
  </p:sldIdLst>
  <p:sldSz cx="9906000" cy="6858000" type="A4"/>
  <p:notesSz cx="9939338" cy="14368463"/>
  <p:defaultTextStyle>
    <a:defPPr>
      <a:defRPr lang="ja-JP"/>
    </a:defPPr>
    <a:lvl1pPr algn="l" rtl="0" fontAlgn="base">
      <a:spcBef>
        <a:spcPct val="0"/>
      </a:spcBef>
      <a:spcAft>
        <a:spcPct val="0"/>
      </a:spcAft>
      <a:defRPr kumimoji="1" sz="1200" kern="1200">
        <a:solidFill>
          <a:schemeClr val="tx1"/>
        </a:solidFill>
        <a:latin typeface="HGPｺﾞｼｯｸE" pitchFamily="50" charset="-128"/>
        <a:ea typeface="ＭＳ Ｐゴシック" charset="-128"/>
        <a:cs typeface="+mn-cs"/>
      </a:defRPr>
    </a:lvl1pPr>
    <a:lvl2pPr marL="388938" indent="68263" algn="l" rtl="0" fontAlgn="base">
      <a:spcBef>
        <a:spcPct val="0"/>
      </a:spcBef>
      <a:spcAft>
        <a:spcPct val="0"/>
      </a:spcAft>
      <a:defRPr kumimoji="1" sz="1200" kern="1200">
        <a:solidFill>
          <a:schemeClr val="tx1"/>
        </a:solidFill>
        <a:latin typeface="HGPｺﾞｼｯｸE" pitchFamily="50" charset="-128"/>
        <a:ea typeface="ＭＳ Ｐゴシック" charset="-128"/>
        <a:cs typeface="+mn-cs"/>
      </a:defRPr>
    </a:lvl2pPr>
    <a:lvl3pPr marL="777875" indent="136525" algn="l" rtl="0" fontAlgn="base">
      <a:spcBef>
        <a:spcPct val="0"/>
      </a:spcBef>
      <a:spcAft>
        <a:spcPct val="0"/>
      </a:spcAft>
      <a:defRPr kumimoji="1" sz="1200" kern="1200">
        <a:solidFill>
          <a:schemeClr val="tx1"/>
        </a:solidFill>
        <a:latin typeface="HGPｺﾞｼｯｸE" pitchFamily="50" charset="-128"/>
        <a:ea typeface="ＭＳ Ｐゴシック" charset="-128"/>
        <a:cs typeface="+mn-cs"/>
      </a:defRPr>
    </a:lvl3pPr>
    <a:lvl4pPr marL="1168400" indent="203200" algn="l" rtl="0" fontAlgn="base">
      <a:spcBef>
        <a:spcPct val="0"/>
      </a:spcBef>
      <a:spcAft>
        <a:spcPct val="0"/>
      </a:spcAft>
      <a:defRPr kumimoji="1" sz="1200" kern="1200">
        <a:solidFill>
          <a:schemeClr val="tx1"/>
        </a:solidFill>
        <a:latin typeface="HGPｺﾞｼｯｸE" pitchFamily="50" charset="-128"/>
        <a:ea typeface="ＭＳ Ｐゴシック" charset="-128"/>
        <a:cs typeface="+mn-cs"/>
      </a:defRPr>
    </a:lvl4pPr>
    <a:lvl5pPr marL="1557338" indent="271463" algn="l" rtl="0" fontAlgn="base">
      <a:spcBef>
        <a:spcPct val="0"/>
      </a:spcBef>
      <a:spcAft>
        <a:spcPct val="0"/>
      </a:spcAft>
      <a:defRPr kumimoji="1" sz="1200" kern="1200">
        <a:solidFill>
          <a:schemeClr val="tx1"/>
        </a:solidFill>
        <a:latin typeface="HGPｺﾞｼｯｸE" pitchFamily="50" charset="-128"/>
        <a:ea typeface="ＭＳ Ｐゴシック" charset="-128"/>
        <a:cs typeface="+mn-cs"/>
      </a:defRPr>
    </a:lvl5pPr>
    <a:lvl6pPr marL="2286000" algn="l" defTabSz="914400" rtl="0" eaLnBrk="1" latinLnBrk="0" hangingPunct="1">
      <a:defRPr kumimoji="1" sz="1200" kern="1200">
        <a:solidFill>
          <a:schemeClr val="tx1"/>
        </a:solidFill>
        <a:latin typeface="HGPｺﾞｼｯｸE" pitchFamily="50" charset="-128"/>
        <a:ea typeface="ＭＳ Ｐゴシック" charset="-128"/>
        <a:cs typeface="+mn-cs"/>
      </a:defRPr>
    </a:lvl6pPr>
    <a:lvl7pPr marL="2743200" algn="l" defTabSz="914400" rtl="0" eaLnBrk="1" latinLnBrk="0" hangingPunct="1">
      <a:defRPr kumimoji="1" sz="1200" kern="1200">
        <a:solidFill>
          <a:schemeClr val="tx1"/>
        </a:solidFill>
        <a:latin typeface="HGPｺﾞｼｯｸE" pitchFamily="50" charset="-128"/>
        <a:ea typeface="ＭＳ Ｐゴシック" charset="-128"/>
        <a:cs typeface="+mn-cs"/>
      </a:defRPr>
    </a:lvl7pPr>
    <a:lvl8pPr marL="3200400" algn="l" defTabSz="914400" rtl="0" eaLnBrk="1" latinLnBrk="0" hangingPunct="1">
      <a:defRPr kumimoji="1" sz="1200" kern="1200">
        <a:solidFill>
          <a:schemeClr val="tx1"/>
        </a:solidFill>
        <a:latin typeface="HGPｺﾞｼｯｸE" pitchFamily="50" charset="-128"/>
        <a:ea typeface="ＭＳ Ｐゴシック" charset="-128"/>
        <a:cs typeface="+mn-cs"/>
      </a:defRPr>
    </a:lvl8pPr>
    <a:lvl9pPr marL="3657600" algn="l" defTabSz="914400" rtl="0" eaLnBrk="1" latinLnBrk="0" hangingPunct="1">
      <a:defRPr kumimoji="1" sz="1200" kern="1200">
        <a:solidFill>
          <a:schemeClr val="tx1"/>
        </a:solidFill>
        <a:latin typeface="HGPｺﾞｼｯｸE" pitchFamily="50" charset="-128"/>
        <a:ea typeface="ＭＳ Ｐゴシック" charset="-128"/>
        <a:cs typeface="+mn-cs"/>
      </a:defRPr>
    </a:lvl9pPr>
  </p:defaultTextStyle>
  <p:extLst>
    <p:ext uri="{EFAFB233-063F-42B5-8137-9DF3F51BA10A}">
      <p15:sldGuideLst xmlns:p15="http://schemas.microsoft.com/office/powerpoint/2012/main">
        <p15:guide id="3" orient="horz" pos="2160" userDrawn="1">
          <p15:clr>
            <a:srgbClr val="A4A3A4"/>
          </p15:clr>
        </p15:guide>
        <p15:guide id="4" pos="312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B18080D-BF49-BFFD-A4AD-FE8B208A4240}" name="横山 真由美" initials="横山" userId="S::yokoyama-may@awi.co.jp::0c8b4d11-d143-4a4c-bf29-529a29415bd3" providerId="AD"/>
  <p188:author id="{E27AC213-40C8-008A-11A4-06092FDF62BF}" name="Deloitte Japan" initials="UY1" userId="Deloitte Japan" providerId="None"/>
  <p188:author id="{CFB1B140-DB59-1539-55B7-A0CE959F0D16}" name="Obata, Akihiro" initials="AO" userId="S::akihiro.obata@tohmatsu.co.jp::9ac77c0d-07c0-4638-b951-ef9f5a98b0ce" providerId="AD"/>
  <p188:author id="{25784B5E-BBB7-9227-C759-10A27F9E3E98}" name="Kawate" initials="K" userId="Kawate" providerId="None"/>
  <p188:author id="{79E69063-B1DB-34D7-A2BA-96B65BAB79B5}" name="Nogita, Motohisa" initials="NM" userId="Nogita, Motohisa" providerId="None"/>
  <p188:author id="{D2834CA9-B3FA-86BF-9E95-85514616A339}" name="近 一浩" initials="近" userId="S::kon-kaz@awi.co.jp::8b9b5aa5-9a33-43f5-a71c-d01f6e5ce709" providerId="AD"/>
  <p188:author id="{B80988B9-19D1-B0F8-8893-2B57555EF640}" name="Nomura, Kazuya 1" initials="NK" userId="S::kazuynomura@tohmatsu.co.jp::ebee141a-72b9-42cc-a64e-a41e6222d2ee" providerId="AD"/>
  <p188:author id="{26BBB0BC-3CB1-9958-51CA-564A03658F33}" name="Deloitte" initials="D" userId="Deloitte" providerId="None"/>
  <p188:author id="{9668ADC1-45DD-7CC8-5820-53B874297879}" name="和田 公樹" initials="和田" userId="S::wada-kok@awi.co.jp::a862d183-0743-4445-8890-7fc2223a71e0" providerId="AD"/>
  <p188:author id="{BC47CFC7-B015-8A36-4B51-B435DCD891B4}" name="Fumito Yamada" initials="YF" userId="Fumito Yamada" providerId="None"/>
  <p188:author id="{28D44DCA-06E6-F288-D67D-EF8B2A3FA4D6}" name="大川 義和" initials="大義" userId="S::okawa-yos@awi.co.jp::acc14433-fe9f-44f5-8bbb-e27aa84be5e7" providerId="AD"/>
  <p188:author id="{B896C7E2-4934-6992-CC0E-D4EE9A74F010}" name="Motoya Tamino (民野 元哉)" initials="元民" userId="S::motoya.tamino@awi.co.jp::6a502934-e9dc-45f4-a804-03966295377b"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藤井 仁和" initials="藤井" lastIdx="33" clrIdx="0"/>
  <p:cmAuthor id="2" name="川上浩二" initials="川上浩二" lastIdx="1" clrIdx="1"/>
  <p:cmAuthor id="3" name="吉田 剛" initials="吉田" lastIdx="2" clrIdx="2">
    <p:extLst>
      <p:ext uri="{19B8F6BF-5375-455C-9EA6-DF929625EA0E}">
        <p15:presenceInfo xmlns:p15="http://schemas.microsoft.com/office/powerpoint/2012/main" userId="S-1-5-21-119695665-2259278258-3525275268-11356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D2D8A"/>
    <a:srgbClr val="F3F9FA"/>
    <a:srgbClr val="FED46A"/>
    <a:srgbClr val="FFFFCC"/>
    <a:srgbClr val="FFCC66"/>
    <a:srgbClr val="EDEDF9"/>
    <a:srgbClr val="CCFF99"/>
    <a:srgbClr val="0000FF"/>
    <a:srgbClr val="F9DFF9"/>
    <a:srgbClr val="CCE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淡色スタイル 1 - アクセント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テーマ スタイル 1 - アクセント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27F97BB-C833-4FB7-BDE5-3F7075034690}" styleName="テーマ スタイル 2 - アクセント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8D230F3-CF80-4859-8CE7-A43EE81993B5}" styleName="淡色スタイル 1 - アクセント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0E3FDE45-AF77-4B5C-9715-49D594BDF05E}" styleName="淡色スタイル 1 - アクセント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84E427A-3D55-4303-BF80-6455036E1DE7}" styleName="テーマ スタイル 1 - アクセント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DA37D80-6434-44D0-A028-1B22A696006F}" styleName="淡色スタイル 3 - アクセント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D27102A9-8310-4765-A935-A1911B00CA55}" styleName="淡色スタイル 1 - アクセント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DCAF9ED-07DC-4A11-8D7F-57B35C25682E}" styleName="中間スタイル 1 - アクセント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2833802-FEF1-4C79-8D5D-14CF1EAF98D9}" styleName="淡色スタイル 2 - アクセント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12C8C85-51F0-491E-9774-3900AFEF0FD7}" styleName="淡色スタイル 2 - アクセント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7292A2E-F333-43FB-9621-5CBBE7FDCDCB}" styleName="淡色スタイル 2 - アクセント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9" d="100"/>
          <a:sy n="109" d="100"/>
        </p:scale>
        <p:origin x="1416" y="318"/>
      </p:cViewPr>
      <p:guideLst>
        <p:guide orient="horz" pos="2160"/>
        <p:guide pos="312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notesMaster" Target="notesMasters/notesMaster1.xml"/><Relationship Id="rId32"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viewProps" Target="viewProps.xml"/><Relationship Id="rId10" Type="http://schemas.openxmlformats.org/officeDocument/2006/relationships/slide" Target="slides/slide4.xml"/><Relationship Id="rId19" Type="http://schemas.openxmlformats.org/officeDocument/2006/relationships/slide" Target="slides/slide13.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長門 伸吾" userId="ba8240d7-9e51-4fd6-8158-9c930c9d972a" providerId="ADAL" clId="{E8EE11D5-C49B-4E45-8B92-8CE34F384976}"/>
    <pc:docChg chg="modSld">
      <pc:chgData name="長門 伸吾" userId="ba8240d7-9e51-4fd6-8158-9c930c9d972a" providerId="ADAL" clId="{E8EE11D5-C49B-4E45-8B92-8CE34F384976}" dt="2026-04-09T10:37:13.705" v="65" actId="20577"/>
      <pc:docMkLst>
        <pc:docMk/>
      </pc:docMkLst>
      <pc:sldChg chg="modSp mod">
        <pc:chgData name="長門 伸吾" userId="ba8240d7-9e51-4fd6-8158-9c930c9d972a" providerId="ADAL" clId="{E8EE11D5-C49B-4E45-8B92-8CE34F384976}" dt="2026-04-09T10:37:13.705" v="65" actId="20577"/>
        <pc:sldMkLst>
          <pc:docMk/>
          <pc:sldMk cId="3780447684" sldId="3115"/>
        </pc:sldMkLst>
        <pc:spChg chg="mod">
          <ac:chgData name="長門 伸吾" userId="ba8240d7-9e51-4fd6-8158-9c930c9d972a" providerId="ADAL" clId="{E8EE11D5-C49B-4E45-8B92-8CE34F384976}" dt="2026-04-07T06:50:32.575" v="37" actId="20577"/>
          <ac:spMkLst>
            <pc:docMk/>
            <pc:sldMk cId="3780447684" sldId="3115"/>
            <ac:spMk id="5" creationId="{00000000-0000-0000-0000-000000000000}"/>
          </ac:spMkLst>
        </pc:spChg>
        <pc:spChg chg="mod">
          <ac:chgData name="長門 伸吾" userId="ba8240d7-9e51-4fd6-8158-9c930c9d972a" providerId="ADAL" clId="{E8EE11D5-C49B-4E45-8B92-8CE34F384976}" dt="2026-04-09T10:37:13.705" v="65" actId="20577"/>
          <ac:spMkLst>
            <pc:docMk/>
            <pc:sldMk cId="3780447684" sldId="3115"/>
            <ac:spMk id="8" creationId="{00000000-0000-0000-0000-000000000000}"/>
          </ac:spMkLst>
        </pc:spChg>
      </pc:sldChg>
      <pc:sldChg chg="modSp mod">
        <pc:chgData name="長門 伸吾" userId="ba8240d7-9e51-4fd6-8158-9c930c9d972a" providerId="ADAL" clId="{E8EE11D5-C49B-4E45-8B92-8CE34F384976}" dt="2026-04-07T06:51:15.679" v="58" actId="6549"/>
        <pc:sldMkLst>
          <pc:docMk/>
          <pc:sldMk cId="1158172709" sldId="3147"/>
        </pc:sldMkLst>
        <pc:spChg chg="mod">
          <ac:chgData name="長門 伸吾" userId="ba8240d7-9e51-4fd6-8158-9c930c9d972a" providerId="ADAL" clId="{E8EE11D5-C49B-4E45-8B92-8CE34F384976}" dt="2026-04-07T06:51:15.679" v="58" actId="6549"/>
          <ac:spMkLst>
            <pc:docMk/>
            <pc:sldMk cId="1158172709" sldId="3147"/>
            <ac:spMk id="4" creationId="{497DEE3F-6C1C-9F58-7558-CCB3D7F08E73}"/>
          </ac:spMkLst>
        </pc:spChg>
      </pc:sldChg>
    </pc:docChg>
  </pc:docChgLst>
  <pc:docChgLst>
    <pc:chgData name="Kawate, Ryosuke" userId="bd3f999a-ef36-4acf-a01a-fb89da38caab" providerId="ADAL" clId="{9D11C636-76D2-4446-B587-92E60B93B355}"/>
    <pc:docChg chg="custSel modSld">
      <pc:chgData name="Kawate, Ryosuke" userId="bd3f999a-ef36-4acf-a01a-fb89da38caab" providerId="ADAL" clId="{9D11C636-76D2-4446-B587-92E60B93B355}" dt="2026-04-06T13:29:48.709" v="32" actId="20577"/>
      <pc:docMkLst>
        <pc:docMk/>
      </pc:docMkLst>
      <pc:sldChg chg="modSp mod">
        <pc:chgData name="Kawate, Ryosuke" userId="bd3f999a-ef36-4acf-a01a-fb89da38caab" providerId="ADAL" clId="{9D11C636-76D2-4446-B587-92E60B93B355}" dt="2026-04-06T13:29:48.709" v="32" actId="20577"/>
        <pc:sldMkLst>
          <pc:docMk/>
          <pc:sldMk cId="634306969" sldId="3173"/>
        </pc:sldMkLst>
        <pc:graphicFrameChg chg="modGraphic">
          <ac:chgData name="Kawate, Ryosuke" userId="bd3f999a-ef36-4acf-a01a-fb89da38caab" providerId="ADAL" clId="{9D11C636-76D2-4446-B587-92E60B93B355}" dt="2026-04-06T13:29:48.709" v="32" actId="20577"/>
          <ac:graphicFrameMkLst>
            <pc:docMk/>
            <pc:sldMk cId="634306969" sldId="3173"/>
            <ac:graphicFrameMk id="6" creationId="{FBFA69FE-C282-5EBE-3241-E073ACBA3070}"/>
          </ac:graphicFrameMkLst>
        </pc:graphicFrameChg>
      </pc:sldChg>
      <pc:sldChg chg="modSp mod">
        <pc:chgData name="Kawate, Ryosuke" userId="bd3f999a-ef36-4acf-a01a-fb89da38caab" providerId="ADAL" clId="{9D11C636-76D2-4446-B587-92E60B93B355}" dt="2026-04-06T13:26:15.219" v="20" actId="20577"/>
        <pc:sldMkLst>
          <pc:docMk/>
          <pc:sldMk cId="3926968333" sldId="3176"/>
        </pc:sldMkLst>
        <pc:spChg chg="mod">
          <ac:chgData name="Kawate, Ryosuke" userId="bd3f999a-ef36-4acf-a01a-fb89da38caab" providerId="ADAL" clId="{9D11C636-76D2-4446-B587-92E60B93B355}" dt="2026-04-06T13:25:12.016" v="10" actId="20577"/>
          <ac:spMkLst>
            <pc:docMk/>
            <pc:sldMk cId="3926968333" sldId="3176"/>
            <ac:spMk id="2" creationId="{A82567A1-59CC-8E4F-DFD9-D1F23D9F4B00}"/>
          </ac:spMkLst>
        </pc:spChg>
        <pc:spChg chg="mod">
          <ac:chgData name="Kawate, Ryosuke" userId="bd3f999a-ef36-4acf-a01a-fb89da38caab" providerId="ADAL" clId="{9D11C636-76D2-4446-B587-92E60B93B355}" dt="2026-04-06T13:26:15.219" v="20" actId="20577"/>
          <ac:spMkLst>
            <pc:docMk/>
            <pc:sldMk cId="3926968333" sldId="3176"/>
            <ac:spMk id="4" creationId="{4A170092-DCFA-6BD9-EC22-A3EE830285A7}"/>
          </ac:spMkLst>
        </pc:spChg>
      </pc:sldChg>
      <pc:sldChg chg="modSp mod">
        <pc:chgData name="Kawate, Ryosuke" userId="bd3f999a-ef36-4acf-a01a-fb89da38caab" providerId="ADAL" clId="{9D11C636-76D2-4446-B587-92E60B93B355}" dt="2026-04-06T13:27:34.858" v="24" actId="20577"/>
        <pc:sldMkLst>
          <pc:docMk/>
          <pc:sldMk cId="2260640080" sldId="3199"/>
        </pc:sldMkLst>
        <pc:spChg chg="mod">
          <ac:chgData name="Kawate, Ryosuke" userId="bd3f999a-ef36-4acf-a01a-fb89da38caab" providerId="ADAL" clId="{9D11C636-76D2-4446-B587-92E60B93B355}" dt="2026-04-06T13:27:34.858" v="24" actId="20577"/>
          <ac:spMkLst>
            <pc:docMk/>
            <pc:sldMk cId="2260640080" sldId="3199"/>
            <ac:spMk id="4" creationId="{FBF2AE10-44A2-A775-3719-94A3C42D7187}"/>
          </ac:spMkLst>
        </pc:spChg>
      </pc:sldChg>
      <pc:sldChg chg="delSp mod">
        <pc:chgData name="Kawate, Ryosuke" userId="bd3f999a-ef36-4acf-a01a-fb89da38caab" providerId="ADAL" clId="{9D11C636-76D2-4446-B587-92E60B93B355}" dt="2026-04-06T13:29:00.903" v="25" actId="478"/>
        <pc:sldMkLst>
          <pc:docMk/>
          <pc:sldMk cId="3217983860" sldId="3209"/>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13" y="9"/>
            <a:ext cx="4306736" cy="718309"/>
          </a:xfrm>
          <a:prstGeom prst="rect">
            <a:avLst/>
          </a:prstGeom>
        </p:spPr>
        <p:txBody>
          <a:bodyPr vert="horz" lIns="132578" tIns="66288" rIns="132578" bIns="66288" rtlCol="0"/>
          <a:lstStyle>
            <a:lvl1pPr algn="l">
              <a:defRPr sz="1700">
                <a:ea typeface="ＭＳ Ｐゴシック" charset="-128"/>
              </a:defRPr>
            </a:lvl1pPr>
          </a:lstStyle>
          <a:p>
            <a:pPr>
              <a:defRPr/>
            </a:pPr>
            <a:endParaRPr lang="ja-JP" altLang="en-US">
              <a:latin typeface="Meiryo UI" panose="020B0604030504040204" pitchFamily="50" charset="-128"/>
            </a:endParaRPr>
          </a:p>
        </p:txBody>
      </p:sp>
      <p:sp>
        <p:nvSpPr>
          <p:cNvPr id="3" name="日付プレースホルダ 2"/>
          <p:cNvSpPr>
            <a:spLocks noGrp="1"/>
          </p:cNvSpPr>
          <p:nvPr>
            <p:ph type="dt" sz="quarter" idx="1"/>
          </p:nvPr>
        </p:nvSpPr>
        <p:spPr>
          <a:xfrm>
            <a:off x="5630297" y="9"/>
            <a:ext cx="4306736" cy="718309"/>
          </a:xfrm>
          <a:prstGeom prst="rect">
            <a:avLst/>
          </a:prstGeom>
        </p:spPr>
        <p:txBody>
          <a:bodyPr vert="horz" lIns="132578" tIns="66288" rIns="132578" bIns="66288" rtlCol="0"/>
          <a:lstStyle>
            <a:lvl1pPr algn="r">
              <a:defRPr sz="1700">
                <a:ea typeface="ＭＳ Ｐゴシック" charset="-128"/>
              </a:defRPr>
            </a:lvl1pPr>
          </a:lstStyle>
          <a:p>
            <a:pPr>
              <a:defRPr/>
            </a:pPr>
            <a:fld id="{6EAB6EA4-F163-4463-8842-3C2DB1DC4803}" type="datetimeFigureOut">
              <a:rPr lang="ja-JP" altLang="en-US">
                <a:latin typeface="Meiryo UI" panose="020B0604030504040204" pitchFamily="50" charset="-128"/>
              </a:rPr>
              <a:pPr>
                <a:defRPr/>
              </a:pPr>
              <a:t>2026/4/9</a:t>
            </a:fld>
            <a:endParaRPr lang="ja-JP" altLang="en-US">
              <a:latin typeface="Meiryo UI" panose="020B0604030504040204" pitchFamily="50" charset="-128"/>
            </a:endParaRPr>
          </a:p>
        </p:txBody>
      </p:sp>
      <p:sp>
        <p:nvSpPr>
          <p:cNvPr id="4" name="フッター プレースホルダ 3"/>
          <p:cNvSpPr>
            <a:spLocks noGrp="1"/>
          </p:cNvSpPr>
          <p:nvPr>
            <p:ph type="ftr" sz="quarter" idx="2"/>
          </p:nvPr>
        </p:nvSpPr>
        <p:spPr>
          <a:xfrm>
            <a:off x="13" y="13647863"/>
            <a:ext cx="4306736" cy="718307"/>
          </a:xfrm>
          <a:prstGeom prst="rect">
            <a:avLst/>
          </a:prstGeom>
        </p:spPr>
        <p:txBody>
          <a:bodyPr vert="horz" lIns="132578" tIns="66288" rIns="132578" bIns="66288" rtlCol="0" anchor="b"/>
          <a:lstStyle>
            <a:lvl1pPr algn="l">
              <a:defRPr sz="1700">
                <a:ea typeface="ＭＳ Ｐゴシック" charset="-128"/>
              </a:defRPr>
            </a:lvl1pPr>
          </a:lstStyle>
          <a:p>
            <a:pPr>
              <a:defRPr/>
            </a:pPr>
            <a:endParaRPr lang="ja-JP" altLang="en-US">
              <a:latin typeface="Meiryo UI" panose="020B0604030504040204" pitchFamily="50" charset="-128"/>
            </a:endParaRPr>
          </a:p>
        </p:txBody>
      </p:sp>
      <p:sp>
        <p:nvSpPr>
          <p:cNvPr id="5" name="スライド番号プレースホルダ 4"/>
          <p:cNvSpPr>
            <a:spLocks noGrp="1"/>
          </p:cNvSpPr>
          <p:nvPr>
            <p:ph type="sldNum" sz="quarter" idx="3"/>
          </p:nvPr>
        </p:nvSpPr>
        <p:spPr>
          <a:xfrm>
            <a:off x="5630297" y="13647863"/>
            <a:ext cx="4306736" cy="718307"/>
          </a:xfrm>
          <a:prstGeom prst="rect">
            <a:avLst/>
          </a:prstGeom>
        </p:spPr>
        <p:txBody>
          <a:bodyPr vert="horz" lIns="132578" tIns="66288" rIns="132578" bIns="66288" rtlCol="0" anchor="b"/>
          <a:lstStyle>
            <a:lvl1pPr algn="r">
              <a:defRPr sz="1700">
                <a:ea typeface="ＭＳ Ｐゴシック" charset="-128"/>
              </a:defRPr>
            </a:lvl1pPr>
          </a:lstStyle>
          <a:p>
            <a:pPr>
              <a:defRPr/>
            </a:pPr>
            <a:fld id="{967F43C9-8BBB-4748-A386-AAB6EEF24943}" type="slidenum">
              <a:rPr lang="ja-JP" altLang="en-US">
                <a:latin typeface="Meiryo UI" panose="020B0604030504040204" pitchFamily="50" charset="-128"/>
              </a:rPr>
              <a:pPr>
                <a:defRPr/>
              </a:pPr>
              <a:t>‹#›</a:t>
            </a:fld>
            <a:endParaRPr lang="ja-JP" altLang="en-US">
              <a:latin typeface="Meiryo UI" panose="020B0604030504040204" pitchFamily="50" charset="-128"/>
            </a:endParaRPr>
          </a:p>
        </p:txBody>
      </p:sp>
    </p:spTree>
    <p:extLst>
      <p:ext uri="{BB962C8B-B14F-4D97-AF65-F5344CB8AC3E}">
        <p14:creationId xmlns:p14="http://schemas.microsoft.com/office/powerpoint/2010/main" val="3506563845"/>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4525" userDrawn="1">
          <p15:clr>
            <a:srgbClr val="F26B43"/>
          </p15:clr>
        </p15:guide>
        <p15:guide id="2" pos="3131"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11" y="9"/>
            <a:ext cx="4304420" cy="718309"/>
          </a:xfrm>
          <a:prstGeom prst="rect">
            <a:avLst/>
          </a:prstGeom>
          <a:noFill/>
          <a:ln w="9525">
            <a:noFill/>
            <a:miter lim="800000"/>
            <a:headEnd/>
            <a:tailEnd/>
          </a:ln>
          <a:effectLst/>
        </p:spPr>
        <p:txBody>
          <a:bodyPr vert="horz" wrap="square" lIns="133691" tIns="66843" rIns="133691" bIns="66843" numCol="1" anchor="t" anchorCtr="0" compatLnSpc="1">
            <a:prstTxWarp prst="textNoShape">
              <a:avLst/>
            </a:prstTxWarp>
          </a:bodyPr>
          <a:lstStyle>
            <a:lvl1pPr algn="l" defTabSz="1336592" hangingPunct="1">
              <a:lnSpc>
                <a:spcPct val="100000"/>
              </a:lnSpc>
              <a:spcBef>
                <a:spcPct val="0"/>
              </a:spcBef>
              <a:defRPr kumimoji="1" sz="1700">
                <a:latin typeface="Arial" charset="0"/>
                <a:ea typeface="ＭＳ Ｐゴシック" pitchFamily="50" charset="-128"/>
              </a:defRPr>
            </a:lvl1pPr>
          </a:lstStyle>
          <a:p>
            <a:pPr>
              <a:defRPr/>
            </a:pPr>
            <a:endParaRPr lang="en-US" altLang="ja-JP"/>
          </a:p>
        </p:txBody>
      </p:sp>
      <p:sp>
        <p:nvSpPr>
          <p:cNvPr id="4099" name="Rectangle 3"/>
          <p:cNvSpPr>
            <a:spLocks noGrp="1" noChangeArrowheads="1"/>
          </p:cNvSpPr>
          <p:nvPr>
            <p:ph type="dt" idx="1"/>
          </p:nvPr>
        </p:nvSpPr>
        <p:spPr bwMode="auto">
          <a:xfrm>
            <a:off x="5630297" y="9"/>
            <a:ext cx="4306736" cy="718309"/>
          </a:xfrm>
          <a:prstGeom prst="rect">
            <a:avLst/>
          </a:prstGeom>
          <a:noFill/>
          <a:ln w="9525">
            <a:noFill/>
            <a:miter lim="800000"/>
            <a:headEnd/>
            <a:tailEnd/>
          </a:ln>
          <a:effectLst/>
        </p:spPr>
        <p:txBody>
          <a:bodyPr vert="horz" wrap="square" lIns="133691" tIns="66843" rIns="133691" bIns="66843" numCol="1" anchor="t" anchorCtr="0" compatLnSpc="1">
            <a:prstTxWarp prst="textNoShape">
              <a:avLst/>
            </a:prstTxWarp>
          </a:bodyPr>
          <a:lstStyle>
            <a:lvl1pPr algn="r" defTabSz="1336592" hangingPunct="1">
              <a:lnSpc>
                <a:spcPct val="100000"/>
              </a:lnSpc>
              <a:spcBef>
                <a:spcPct val="0"/>
              </a:spcBef>
              <a:defRPr kumimoji="1" sz="1700">
                <a:latin typeface="Arial" charset="0"/>
                <a:ea typeface="ＭＳ Ｐゴシック" pitchFamily="50" charset="-128"/>
              </a:defRPr>
            </a:lvl1pPr>
          </a:lstStyle>
          <a:p>
            <a:pPr>
              <a:defRPr/>
            </a:pPr>
            <a:endParaRPr lang="en-US" altLang="ja-JP"/>
          </a:p>
        </p:txBody>
      </p:sp>
      <p:sp>
        <p:nvSpPr>
          <p:cNvPr id="106500" name="Rectangle 4"/>
          <p:cNvSpPr>
            <a:spLocks noGrp="1" noRot="1" noChangeAspect="1" noChangeArrowheads="1" noTextEdit="1"/>
          </p:cNvSpPr>
          <p:nvPr>
            <p:ph type="sldImg" idx="2"/>
          </p:nvPr>
        </p:nvSpPr>
        <p:spPr bwMode="auto">
          <a:xfrm>
            <a:off x="1077913" y="1077913"/>
            <a:ext cx="7783512" cy="5387975"/>
          </a:xfrm>
          <a:prstGeom prst="rect">
            <a:avLst/>
          </a:prstGeom>
          <a:noFill/>
          <a:ln w="9525">
            <a:solidFill>
              <a:srgbClr val="000000"/>
            </a:solidFill>
            <a:miter lim="800000"/>
            <a:headEnd/>
            <a:tailEnd/>
          </a:ln>
        </p:spPr>
      </p:sp>
      <p:sp>
        <p:nvSpPr>
          <p:cNvPr id="4101" name="Rectangle 5"/>
          <p:cNvSpPr>
            <a:spLocks noGrp="1" noChangeArrowheads="1"/>
          </p:cNvSpPr>
          <p:nvPr>
            <p:ph type="body" sz="quarter" idx="3"/>
          </p:nvPr>
        </p:nvSpPr>
        <p:spPr bwMode="auto">
          <a:xfrm>
            <a:off x="992087" y="6825089"/>
            <a:ext cx="7955178" cy="6467070"/>
          </a:xfrm>
          <a:prstGeom prst="rect">
            <a:avLst/>
          </a:prstGeom>
          <a:noFill/>
          <a:ln w="9525">
            <a:noFill/>
            <a:miter lim="800000"/>
            <a:headEnd/>
            <a:tailEnd/>
          </a:ln>
          <a:effectLst/>
        </p:spPr>
        <p:txBody>
          <a:bodyPr vert="horz" wrap="square" lIns="133691" tIns="66843" rIns="133691" bIns="66843" numCol="1" anchor="t" anchorCtr="0" compatLnSpc="1">
            <a:prstTxWarp prst="textNoShape">
              <a:avLst/>
            </a:prstTxWarp>
          </a:bodyPr>
          <a:lstStyle/>
          <a:p>
            <a:pPr lvl="0"/>
            <a:r>
              <a:rPr lang="ja-JP" altLang="en-US" noProof="0"/>
              <a:t>マスタ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a:p>
            <a:pPr lvl="4"/>
            <a:r>
              <a:rPr lang="ja-JP" altLang="en-US" noProof="0"/>
              <a:t>第 </a:t>
            </a:r>
            <a:r>
              <a:rPr lang="en-US" altLang="ja-JP" noProof="0"/>
              <a:t>5 </a:t>
            </a:r>
            <a:r>
              <a:rPr lang="ja-JP" altLang="en-US" noProof="0"/>
              <a:t>レベル</a:t>
            </a:r>
          </a:p>
        </p:txBody>
      </p:sp>
      <p:sp>
        <p:nvSpPr>
          <p:cNvPr id="4102" name="Rectangle 6"/>
          <p:cNvSpPr>
            <a:spLocks noGrp="1" noChangeArrowheads="1"/>
          </p:cNvSpPr>
          <p:nvPr>
            <p:ph type="ftr" sz="quarter" idx="4"/>
          </p:nvPr>
        </p:nvSpPr>
        <p:spPr bwMode="auto">
          <a:xfrm>
            <a:off x="11" y="13647863"/>
            <a:ext cx="4304420" cy="718307"/>
          </a:xfrm>
          <a:prstGeom prst="rect">
            <a:avLst/>
          </a:prstGeom>
          <a:noFill/>
          <a:ln w="9525">
            <a:noFill/>
            <a:miter lim="800000"/>
            <a:headEnd/>
            <a:tailEnd/>
          </a:ln>
          <a:effectLst/>
        </p:spPr>
        <p:txBody>
          <a:bodyPr vert="horz" wrap="square" lIns="133691" tIns="66843" rIns="133691" bIns="66843" numCol="1" anchor="b" anchorCtr="0" compatLnSpc="1">
            <a:prstTxWarp prst="textNoShape">
              <a:avLst/>
            </a:prstTxWarp>
          </a:bodyPr>
          <a:lstStyle>
            <a:lvl1pPr algn="l" defTabSz="1336592" hangingPunct="1">
              <a:lnSpc>
                <a:spcPct val="100000"/>
              </a:lnSpc>
              <a:spcBef>
                <a:spcPct val="0"/>
              </a:spcBef>
              <a:defRPr kumimoji="1" sz="1700">
                <a:latin typeface="Arial" charset="0"/>
                <a:ea typeface="ＭＳ Ｐゴシック" pitchFamily="50" charset="-128"/>
              </a:defRPr>
            </a:lvl1pPr>
          </a:lstStyle>
          <a:p>
            <a:pPr>
              <a:defRPr/>
            </a:pPr>
            <a:endParaRPr lang="en-US" altLang="ja-JP"/>
          </a:p>
        </p:txBody>
      </p:sp>
      <p:sp>
        <p:nvSpPr>
          <p:cNvPr id="4103" name="Rectangle 7"/>
          <p:cNvSpPr>
            <a:spLocks noGrp="1" noChangeArrowheads="1"/>
          </p:cNvSpPr>
          <p:nvPr>
            <p:ph type="sldNum" sz="quarter" idx="5"/>
          </p:nvPr>
        </p:nvSpPr>
        <p:spPr bwMode="auto">
          <a:xfrm>
            <a:off x="5630297" y="13647863"/>
            <a:ext cx="4306736" cy="718307"/>
          </a:xfrm>
          <a:prstGeom prst="rect">
            <a:avLst/>
          </a:prstGeom>
          <a:noFill/>
          <a:ln w="9525">
            <a:noFill/>
            <a:miter lim="800000"/>
            <a:headEnd/>
            <a:tailEnd/>
          </a:ln>
          <a:effectLst/>
        </p:spPr>
        <p:txBody>
          <a:bodyPr vert="horz" wrap="square" lIns="133691" tIns="66843" rIns="133691" bIns="66843" numCol="1" anchor="b" anchorCtr="0" compatLnSpc="1">
            <a:prstTxWarp prst="textNoShape">
              <a:avLst/>
            </a:prstTxWarp>
          </a:bodyPr>
          <a:lstStyle>
            <a:lvl1pPr algn="r" defTabSz="1336592" hangingPunct="1">
              <a:lnSpc>
                <a:spcPct val="100000"/>
              </a:lnSpc>
              <a:spcBef>
                <a:spcPct val="0"/>
              </a:spcBef>
              <a:defRPr kumimoji="1" sz="1700">
                <a:latin typeface="Arial" charset="0"/>
                <a:ea typeface="ＭＳ Ｐゴシック" pitchFamily="50" charset="-128"/>
              </a:defRPr>
            </a:lvl1pPr>
          </a:lstStyle>
          <a:p>
            <a:pPr>
              <a:defRPr/>
            </a:pPr>
            <a:fld id="{1A042D3D-A474-4006-8245-DBE8A187AC66}" type="slidenum">
              <a:rPr lang="en-US" altLang="ja-JP"/>
              <a:pPr>
                <a:defRPr/>
              </a:pPr>
              <a:t>‹#›</a:t>
            </a:fld>
            <a:endParaRPr lang="en-US" altLang="ja-JP"/>
          </a:p>
        </p:txBody>
      </p:sp>
    </p:spTree>
    <p:extLst>
      <p:ext uri="{BB962C8B-B14F-4D97-AF65-F5344CB8AC3E}">
        <p14:creationId xmlns:p14="http://schemas.microsoft.com/office/powerpoint/2010/main" val="296377279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000" kern="1200">
        <a:solidFill>
          <a:schemeClr val="tx1"/>
        </a:solidFill>
        <a:latin typeface="Arial" charset="0"/>
        <a:ea typeface="ＭＳ Ｐ明朝" pitchFamily="18" charset="-128"/>
        <a:cs typeface="+mn-cs"/>
      </a:defRPr>
    </a:lvl1pPr>
    <a:lvl2pPr marL="388938" algn="l" rtl="0" eaLnBrk="0" fontAlgn="base" hangingPunct="0">
      <a:spcBef>
        <a:spcPct val="30000"/>
      </a:spcBef>
      <a:spcAft>
        <a:spcPct val="0"/>
      </a:spcAft>
      <a:defRPr kumimoji="1" sz="1000" kern="1200">
        <a:solidFill>
          <a:schemeClr val="tx1"/>
        </a:solidFill>
        <a:latin typeface="Arial" charset="0"/>
        <a:ea typeface="ＭＳ Ｐ明朝" pitchFamily="18" charset="-128"/>
        <a:cs typeface="+mn-cs"/>
      </a:defRPr>
    </a:lvl2pPr>
    <a:lvl3pPr marL="777875" algn="l" rtl="0" eaLnBrk="0" fontAlgn="base" hangingPunct="0">
      <a:spcBef>
        <a:spcPct val="30000"/>
      </a:spcBef>
      <a:spcAft>
        <a:spcPct val="0"/>
      </a:spcAft>
      <a:defRPr kumimoji="1" sz="1000" kern="1200">
        <a:solidFill>
          <a:schemeClr val="tx1"/>
        </a:solidFill>
        <a:latin typeface="Arial" charset="0"/>
        <a:ea typeface="ＭＳ Ｐ明朝" pitchFamily="18" charset="-128"/>
        <a:cs typeface="+mn-cs"/>
      </a:defRPr>
    </a:lvl3pPr>
    <a:lvl4pPr marL="1168400" algn="l" rtl="0" eaLnBrk="0" fontAlgn="base" hangingPunct="0">
      <a:spcBef>
        <a:spcPct val="30000"/>
      </a:spcBef>
      <a:spcAft>
        <a:spcPct val="0"/>
      </a:spcAft>
      <a:defRPr kumimoji="1" sz="1000" kern="1200">
        <a:solidFill>
          <a:schemeClr val="tx1"/>
        </a:solidFill>
        <a:latin typeface="Arial" charset="0"/>
        <a:ea typeface="ＭＳ Ｐ明朝" pitchFamily="18" charset="-128"/>
        <a:cs typeface="+mn-cs"/>
      </a:defRPr>
    </a:lvl4pPr>
    <a:lvl5pPr marL="1557338" algn="l" rtl="0" eaLnBrk="0" fontAlgn="base" hangingPunct="0">
      <a:spcBef>
        <a:spcPct val="30000"/>
      </a:spcBef>
      <a:spcAft>
        <a:spcPct val="0"/>
      </a:spcAft>
      <a:defRPr kumimoji="1" sz="1000" kern="1200">
        <a:solidFill>
          <a:schemeClr val="tx1"/>
        </a:solidFill>
        <a:latin typeface="Arial" charset="0"/>
        <a:ea typeface="ＭＳ Ｐ明朝" pitchFamily="18" charset="-128"/>
        <a:cs typeface="+mn-cs"/>
      </a:defRPr>
    </a:lvl5pPr>
    <a:lvl6pPr marL="1948129" algn="l" defTabSz="779252" rtl="0" eaLnBrk="1" latinLnBrk="0" hangingPunct="1">
      <a:defRPr kumimoji="1" sz="1000" kern="1200">
        <a:solidFill>
          <a:schemeClr val="tx1"/>
        </a:solidFill>
        <a:latin typeface="+mn-lt"/>
        <a:ea typeface="+mn-ea"/>
        <a:cs typeface="+mn-cs"/>
      </a:defRPr>
    </a:lvl6pPr>
    <a:lvl7pPr marL="2337755" algn="l" defTabSz="779252" rtl="0" eaLnBrk="1" latinLnBrk="0" hangingPunct="1">
      <a:defRPr kumimoji="1" sz="1000" kern="1200">
        <a:solidFill>
          <a:schemeClr val="tx1"/>
        </a:solidFill>
        <a:latin typeface="+mn-lt"/>
        <a:ea typeface="+mn-ea"/>
        <a:cs typeface="+mn-cs"/>
      </a:defRPr>
    </a:lvl7pPr>
    <a:lvl8pPr marL="2727381" algn="l" defTabSz="779252" rtl="0" eaLnBrk="1" latinLnBrk="0" hangingPunct="1">
      <a:defRPr kumimoji="1" sz="1000" kern="1200">
        <a:solidFill>
          <a:schemeClr val="tx1"/>
        </a:solidFill>
        <a:latin typeface="+mn-lt"/>
        <a:ea typeface="+mn-ea"/>
        <a:cs typeface="+mn-cs"/>
      </a:defRPr>
    </a:lvl8pPr>
    <a:lvl9pPr marL="3117007" algn="l" defTabSz="779252" rtl="0" eaLnBrk="1" latinLnBrk="0" hangingPunct="1">
      <a:defRPr kumimoji="1" sz="10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ja-JP" altLang="en-US"/>
          </a:p>
        </p:txBody>
      </p:sp>
      <p:sp>
        <p:nvSpPr>
          <p:cNvPr id="4" name="スライド番号プレースホルダー 3"/>
          <p:cNvSpPr>
            <a:spLocks noGrp="1"/>
          </p:cNvSpPr>
          <p:nvPr>
            <p:ph type="sldNum" sz="quarter" idx="5"/>
          </p:nvPr>
        </p:nvSpPr>
        <p:spPr/>
        <p:txBody>
          <a:bodyPr/>
          <a:lstStyle/>
          <a:p>
            <a:pPr>
              <a:defRPr/>
            </a:pPr>
            <a:fld id="{1A042D3D-A474-4006-8245-DBE8A187AC66}" type="slidenum">
              <a:rPr lang="en-US" altLang="ja-JP" smtClean="0"/>
              <a:pPr>
                <a:defRPr/>
              </a:pPr>
              <a:t>1</a:t>
            </a:fld>
            <a:endParaRPr lang="en-US" altLang="ja-JP"/>
          </a:p>
        </p:txBody>
      </p:sp>
    </p:spTree>
    <p:extLst>
      <p:ext uri="{BB962C8B-B14F-4D97-AF65-F5344CB8AC3E}">
        <p14:creationId xmlns:p14="http://schemas.microsoft.com/office/powerpoint/2010/main" val="9884361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A04B6-1AAF-1079-6051-8B85838DF16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405F623-00D2-3371-71EA-ADF0097FEA9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3764860-8198-CD1A-46EE-0BC6CBEC06F9}"/>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F67D9C3F-6011-B0B3-5B9F-FC261E511C53}"/>
              </a:ext>
            </a:extLst>
          </p:cNvPr>
          <p:cNvSpPr>
            <a:spLocks noGrp="1"/>
          </p:cNvSpPr>
          <p:nvPr>
            <p:ph type="sldNum" sz="quarter" idx="5"/>
          </p:nvPr>
        </p:nvSpPr>
        <p:spPr/>
        <p:txBody>
          <a:bodyPr/>
          <a:lstStyle/>
          <a:p>
            <a:pPr>
              <a:defRPr/>
            </a:pPr>
            <a:fld id="{1A042D3D-A474-4006-8245-DBE8A187AC66}" type="slidenum">
              <a:rPr lang="en-US" altLang="ja-JP" smtClean="0"/>
              <a:pPr>
                <a:defRPr/>
              </a:pPr>
              <a:t>2</a:t>
            </a:fld>
            <a:endParaRPr lang="en-US" altLang="ja-JP"/>
          </a:p>
        </p:txBody>
      </p:sp>
    </p:spTree>
    <p:extLst>
      <p:ext uri="{BB962C8B-B14F-4D97-AF65-F5344CB8AC3E}">
        <p14:creationId xmlns:p14="http://schemas.microsoft.com/office/powerpoint/2010/main" val="441321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709613" y="744538"/>
            <a:ext cx="5378450" cy="3722687"/>
          </a:xfrm>
        </p:spPr>
      </p:sp>
      <p:sp>
        <p:nvSpPr>
          <p:cNvPr id="3" name="ノート プレースホルダー 2"/>
          <p:cNvSpPr>
            <a:spLocks noGrp="1"/>
          </p:cNvSpPr>
          <p:nvPr>
            <p:ph type="body" idx="1"/>
          </p:nvPr>
        </p:nvSpPr>
        <p:spPr/>
        <p:txBody>
          <a:bodyPr/>
          <a:lstStyle/>
          <a:p>
            <a:endParaRPr lang="en-US" altLang="ja-JP"/>
          </a:p>
        </p:txBody>
      </p:sp>
      <p:sp>
        <p:nvSpPr>
          <p:cNvPr id="4" name="スライド番号プレースホルダー 3"/>
          <p:cNvSpPr>
            <a:spLocks noGrp="1"/>
          </p:cNvSpPr>
          <p:nvPr>
            <p:ph type="sldNum" sz="quarter" idx="10"/>
          </p:nvPr>
        </p:nvSpPr>
        <p:spPr/>
        <p:txBody>
          <a:bodyPr/>
          <a:lstStyle/>
          <a:p>
            <a:pPr>
              <a:defRPr/>
            </a:pPr>
            <a:fld id="{1A042D3D-A474-4006-8245-DBE8A187AC66}" type="slidenum">
              <a:rPr lang="en-US" altLang="ja-JP" smtClean="0"/>
              <a:pPr>
                <a:defRPr/>
              </a:pPr>
              <a:t>3</a:t>
            </a:fld>
            <a:endParaRPr lang="en-US" altLang="ja-JP"/>
          </a:p>
        </p:txBody>
      </p:sp>
    </p:spTree>
    <p:extLst>
      <p:ext uri="{BB962C8B-B14F-4D97-AF65-F5344CB8AC3E}">
        <p14:creationId xmlns:p14="http://schemas.microsoft.com/office/powerpoint/2010/main" val="5906507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6D8E7-DA10-7080-4D16-4F59CAD72D7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33CE2D6-B5BD-A348-0D76-91322415ACB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A886D44-67DB-B1B4-B47D-9A3C9C8D715E}"/>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FA26A30C-09C4-626A-F122-FEE1D206BC9B}"/>
              </a:ext>
            </a:extLst>
          </p:cNvPr>
          <p:cNvSpPr>
            <a:spLocks noGrp="1"/>
          </p:cNvSpPr>
          <p:nvPr>
            <p:ph type="sldNum" sz="quarter" idx="5"/>
          </p:nvPr>
        </p:nvSpPr>
        <p:spPr/>
        <p:txBody>
          <a:bodyPr/>
          <a:lstStyle/>
          <a:p>
            <a:pPr>
              <a:defRPr/>
            </a:pPr>
            <a:fld id="{1A042D3D-A474-4006-8245-DBE8A187AC66}" type="slidenum">
              <a:rPr lang="en-US" altLang="ja-JP" smtClean="0"/>
              <a:pPr>
                <a:defRPr/>
              </a:pPr>
              <a:t>4</a:t>
            </a:fld>
            <a:endParaRPr lang="en-US" altLang="ja-JP"/>
          </a:p>
        </p:txBody>
      </p:sp>
    </p:spTree>
    <p:extLst>
      <p:ext uri="{BB962C8B-B14F-4D97-AF65-F5344CB8AC3E}">
        <p14:creationId xmlns:p14="http://schemas.microsoft.com/office/powerpoint/2010/main" val="41446801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16EC6-DF49-ED97-F98E-FA87E360D61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CACD23F-BE10-DD25-D3BF-468B39123BA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5F48A17-3CF7-F4D2-AE86-4E60A5B0B417}"/>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957CE40F-312E-9072-4078-2C42D4AD93A6}"/>
              </a:ext>
            </a:extLst>
          </p:cNvPr>
          <p:cNvSpPr>
            <a:spLocks noGrp="1"/>
          </p:cNvSpPr>
          <p:nvPr>
            <p:ph type="sldNum" sz="quarter" idx="5"/>
          </p:nvPr>
        </p:nvSpPr>
        <p:spPr/>
        <p:txBody>
          <a:bodyPr/>
          <a:lstStyle/>
          <a:p>
            <a:pPr>
              <a:defRPr/>
            </a:pPr>
            <a:fld id="{1A042D3D-A474-4006-8245-DBE8A187AC66}" type="slidenum">
              <a:rPr lang="en-US" altLang="ja-JP" smtClean="0"/>
              <a:pPr>
                <a:defRPr/>
              </a:pPr>
              <a:t>5</a:t>
            </a:fld>
            <a:endParaRPr lang="en-US" altLang="ja-JP"/>
          </a:p>
        </p:txBody>
      </p:sp>
    </p:spTree>
    <p:extLst>
      <p:ext uri="{BB962C8B-B14F-4D97-AF65-F5344CB8AC3E}">
        <p14:creationId xmlns:p14="http://schemas.microsoft.com/office/powerpoint/2010/main" val="36143382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59F0E-7C01-2DF7-6933-BFEBEF1E6C7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78BB938-E90E-B297-B7B6-DD8C984DAD8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7A3A14D-C5B7-C7E5-A0E9-A6838A175F04}"/>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66D88B09-F690-BB7C-8AF8-FF409FC23112}"/>
              </a:ext>
            </a:extLst>
          </p:cNvPr>
          <p:cNvSpPr>
            <a:spLocks noGrp="1"/>
          </p:cNvSpPr>
          <p:nvPr>
            <p:ph type="sldNum" sz="quarter" idx="5"/>
          </p:nvPr>
        </p:nvSpPr>
        <p:spPr/>
        <p:txBody>
          <a:bodyPr/>
          <a:lstStyle/>
          <a:p>
            <a:pPr>
              <a:defRPr/>
            </a:pPr>
            <a:fld id="{1A042D3D-A474-4006-8245-DBE8A187AC66}" type="slidenum">
              <a:rPr lang="en-US" altLang="ja-JP" smtClean="0"/>
              <a:pPr>
                <a:defRPr/>
              </a:pPr>
              <a:t>6</a:t>
            </a:fld>
            <a:endParaRPr lang="en-US" altLang="ja-JP"/>
          </a:p>
        </p:txBody>
      </p:sp>
    </p:spTree>
    <p:extLst>
      <p:ext uri="{BB962C8B-B14F-4D97-AF65-F5344CB8AC3E}">
        <p14:creationId xmlns:p14="http://schemas.microsoft.com/office/powerpoint/2010/main" val="41121165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C1927-C2EB-2821-28AB-51BB2F589EB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FBA32AD-EA0B-F1F3-0A91-0ACB19A4E0B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59212C6-1850-3805-F5AD-0B35A5AF2E93}"/>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4999BE37-6D0A-3535-6B84-1ED86AE8BF8E}"/>
              </a:ext>
            </a:extLst>
          </p:cNvPr>
          <p:cNvSpPr>
            <a:spLocks noGrp="1"/>
          </p:cNvSpPr>
          <p:nvPr>
            <p:ph type="sldNum" sz="quarter" idx="5"/>
          </p:nvPr>
        </p:nvSpPr>
        <p:spPr/>
        <p:txBody>
          <a:bodyPr/>
          <a:lstStyle/>
          <a:p>
            <a:pPr>
              <a:defRPr/>
            </a:pPr>
            <a:fld id="{1A042D3D-A474-4006-8245-DBE8A187AC66}" type="slidenum">
              <a:rPr lang="en-US" altLang="ja-JP" smtClean="0"/>
              <a:pPr>
                <a:defRPr/>
              </a:pPr>
              <a:t>7</a:t>
            </a:fld>
            <a:endParaRPr lang="en-US" altLang="ja-JP"/>
          </a:p>
        </p:txBody>
      </p:sp>
    </p:spTree>
    <p:extLst>
      <p:ext uri="{BB962C8B-B14F-4D97-AF65-F5344CB8AC3E}">
        <p14:creationId xmlns:p14="http://schemas.microsoft.com/office/powerpoint/2010/main" val="18791860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322ED-3461-CE46-1E58-142401A2205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C68FE87-47EA-33E7-A2B0-5DF2180EE50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D6149E9-046D-35DF-03F2-1C5BC4447BB2}"/>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46DAC742-539A-3F5D-8EB2-3568D3B4AF0F}"/>
              </a:ext>
            </a:extLst>
          </p:cNvPr>
          <p:cNvSpPr>
            <a:spLocks noGrp="1"/>
          </p:cNvSpPr>
          <p:nvPr>
            <p:ph type="sldNum" sz="quarter" idx="5"/>
          </p:nvPr>
        </p:nvSpPr>
        <p:spPr/>
        <p:txBody>
          <a:bodyPr/>
          <a:lstStyle/>
          <a:p>
            <a:pPr>
              <a:defRPr/>
            </a:pPr>
            <a:fld id="{1A042D3D-A474-4006-8245-DBE8A187AC66}" type="slidenum">
              <a:rPr lang="en-US" altLang="ja-JP" smtClean="0"/>
              <a:pPr>
                <a:defRPr/>
              </a:pPr>
              <a:t>8</a:t>
            </a:fld>
            <a:endParaRPr lang="en-US" altLang="ja-JP"/>
          </a:p>
        </p:txBody>
      </p:sp>
    </p:spTree>
    <p:extLst>
      <p:ext uri="{BB962C8B-B14F-4D97-AF65-F5344CB8AC3E}">
        <p14:creationId xmlns:p14="http://schemas.microsoft.com/office/powerpoint/2010/main" val="36541466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CE39C-EDCD-A089-60D2-401DD954D0D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9F5138D-C71E-24EB-2F64-48C3B6629E8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0650E80-9548-77AD-EE12-1C2D1E74F89A}"/>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9F9C56C7-4571-E6DD-3F97-F8453A1B7675}"/>
              </a:ext>
            </a:extLst>
          </p:cNvPr>
          <p:cNvSpPr>
            <a:spLocks noGrp="1"/>
          </p:cNvSpPr>
          <p:nvPr>
            <p:ph type="sldNum" sz="quarter" idx="5"/>
          </p:nvPr>
        </p:nvSpPr>
        <p:spPr/>
        <p:txBody>
          <a:bodyPr/>
          <a:lstStyle/>
          <a:p>
            <a:pPr>
              <a:defRPr/>
            </a:pPr>
            <a:fld id="{1A042D3D-A474-4006-8245-DBE8A187AC66}" type="slidenum">
              <a:rPr lang="en-US" altLang="ja-JP" smtClean="0"/>
              <a:pPr>
                <a:defRPr/>
              </a:pPr>
              <a:t>9</a:t>
            </a:fld>
            <a:endParaRPr lang="en-US" altLang="ja-JP"/>
          </a:p>
        </p:txBody>
      </p:sp>
    </p:spTree>
    <p:extLst>
      <p:ext uri="{BB962C8B-B14F-4D97-AF65-F5344CB8AC3E}">
        <p14:creationId xmlns:p14="http://schemas.microsoft.com/office/powerpoint/2010/main" val="25480742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B32F29-9A9B-182E-50D9-BF0C2C41B5C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737499F-2A66-F367-2CF8-E52DFB9B7CF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37CDE8E-D23D-8AC2-46AF-02A3FAEB82B0}"/>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A4AC92BC-4289-3D34-5031-8FFF5BC3F988}"/>
              </a:ext>
            </a:extLst>
          </p:cNvPr>
          <p:cNvSpPr>
            <a:spLocks noGrp="1"/>
          </p:cNvSpPr>
          <p:nvPr>
            <p:ph type="sldNum" sz="quarter" idx="5"/>
          </p:nvPr>
        </p:nvSpPr>
        <p:spPr/>
        <p:txBody>
          <a:bodyPr/>
          <a:lstStyle/>
          <a:p>
            <a:pPr>
              <a:defRPr/>
            </a:pPr>
            <a:fld id="{1A042D3D-A474-4006-8245-DBE8A187AC66}" type="slidenum">
              <a:rPr lang="en-US" altLang="ja-JP" smtClean="0"/>
              <a:pPr>
                <a:defRPr/>
              </a:pPr>
              <a:t>10</a:t>
            </a:fld>
            <a:endParaRPr lang="en-US" altLang="ja-JP"/>
          </a:p>
        </p:txBody>
      </p:sp>
    </p:spTree>
    <p:extLst>
      <p:ext uri="{BB962C8B-B14F-4D97-AF65-F5344CB8AC3E}">
        <p14:creationId xmlns:p14="http://schemas.microsoft.com/office/powerpoint/2010/main" val="40771025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DD9919-6CCF-1916-4BFE-0C004209ED9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C9D57DA-7994-81FC-29D6-E808E57A5CB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AA50B3E-7547-4EF2-544B-E17273C2BE70}"/>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10FE31C3-27E7-8AA6-996F-6696F7FC7F4B}"/>
              </a:ext>
            </a:extLst>
          </p:cNvPr>
          <p:cNvSpPr>
            <a:spLocks noGrp="1"/>
          </p:cNvSpPr>
          <p:nvPr>
            <p:ph type="sldNum" sz="quarter" idx="5"/>
          </p:nvPr>
        </p:nvSpPr>
        <p:spPr/>
        <p:txBody>
          <a:bodyPr/>
          <a:lstStyle/>
          <a:p>
            <a:pPr>
              <a:defRPr/>
            </a:pPr>
            <a:fld id="{1A042D3D-A474-4006-8245-DBE8A187AC66}" type="slidenum">
              <a:rPr lang="en-US" altLang="ja-JP" smtClean="0"/>
              <a:pPr>
                <a:defRPr/>
              </a:pPr>
              <a:t>11</a:t>
            </a:fld>
            <a:endParaRPr lang="en-US" altLang="ja-JP"/>
          </a:p>
        </p:txBody>
      </p:sp>
    </p:spTree>
    <p:extLst>
      <p:ext uri="{BB962C8B-B14F-4D97-AF65-F5344CB8AC3E}">
        <p14:creationId xmlns:p14="http://schemas.microsoft.com/office/powerpoint/2010/main" val="42833209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9CE50-CD6A-58CB-8086-6043EC75851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5AA3006-803E-C01B-AFA8-AE1BEB79BC9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F35BB36-84AA-6D5C-701E-549104289857}"/>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48A7EACB-60C7-724C-3B4B-12B65B82080D}"/>
              </a:ext>
            </a:extLst>
          </p:cNvPr>
          <p:cNvSpPr>
            <a:spLocks noGrp="1"/>
          </p:cNvSpPr>
          <p:nvPr>
            <p:ph type="sldNum" sz="quarter" idx="5"/>
          </p:nvPr>
        </p:nvSpPr>
        <p:spPr/>
        <p:txBody>
          <a:bodyPr/>
          <a:lstStyle/>
          <a:p>
            <a:pPr>
              <a:defRPr/>
            </a:pPr>
            <a:fld id="{1A042D3D-A474-4006-8245-DBE8A187AC66}" type="slidenum">
              <a:rPr lang="en-US" altLang="ja-JP" smtClean="0"/>
              <a:pPr>
                <a:defRPr/>
              </a:pPr>
              <a:t>12</a:t>
            </a:fld>
            <a:endParaRPr lang="en-US" altLang="ja-JP"/>
          </a:p>
        </p:txBody>
      </p:sp>
    </p:spTree>
    <p:extLst>
      <p:ext uri="{BB962C8B-B14F-4D97-AF65-F5344CB8AC3E}">
        <p14:creationId xmlns:p14="http://schemas.microsoft.com/office/powerpoint/2010/main" val="4057183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603280-B3F7-1AEC-1D2A-4F159D9B943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D79CE29-F4AA-9C61-D7F2-FE34A125889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245EC36-01EE-1751-ADF5-3079B30F1A98}"/>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D828795F-425C-9527-180C-5A9446D73350}"/>
              </a:ext>
            </a:extLst>
          </p:cNvPr>
          <p:cNvSpPr>
            <a:spLocks noGrp="1"/>
          </p:cNvSpPr>
          <p:nvPr>
            <p:ph type="sldNum" sz="quarter" idx="5"/>
          </p:nvPr>
        </p:nvSpPr>
        <p:spPr/>
        <p:txBody>
          <a:bodyPr/>
          <a:lstStyle/>
          <a:p>
            <a:pPr>
              <a:defRPr/>
            </a:pPr>
            <a:fld id="{1A042D3D-A474-4006-8245-DBE8A187AC66}" type="slidenum">
              <a:rPr lang="en-US" altLang="ja-JP" smtClean="0"/>
              <a:pPr>
                <a:defRPr/>
              </a:pPr>
              <a:t>13</a:t>
            </a:fld>
            <a:endParaRPr lang="en-US" altLang="ja-JP"/>
          </a:p>
        </p:txBody>
      </p:sp>
    </p:spTree>
    <p:extLst>
      <p:ext uri="{BB962C8B-B14F-4D97-AF65-F5344CB8AC3E}">
        <p14:creationId xmlns:p14="http://schemas.microsoft.com/office/powerpoint/2010/main" val="1390794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E7128-7D22-11AA-BBEB-A2C1BD9D175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03091AE-07A5-BA08-8A62-16B1EB6A062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DAEA1DB-F979-43E4-2D79-18FF69121385}"/>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F8DC18A1-FE65-15BD-168B-D507BD450332}"/>
              </a:ext>
            </a:extLst>
          </p:cNvPr>
          <p:cNvSpPr>
            <a:spLocks noGrp="1"/>
          </p:cNvSpPr>
          <p:nvPr>
            <p:ph type="sldNum" sz="quarter" idx="5"/>
          </p:nvPr>
        </p:nvSpPr>
        <p:spPr/>
        <p:txBody>
          <a:bodyPr/>
          <a:lstStyle/>
          <a:p>
            <a:pPr>
              <a:defRPr/>
            </a:pPr>
            <a:fld id="{1A042D3D-A474-4006-8245-DBE8A187AC66}" type="slidenum">
              <a:rPr lang="en-US" altLang="ja-JP" smtClean="0"/>
              <a:pPr>
                <a:defRPr/>
              </a:pPr>
              <a:t>14</a:t>
            </a:fld>
            <a:endParaRPr lang="en-US" altLang="ja-JP"/>
          </a:p>
        </p:txBody>
      </p:sp>
    </p:spTree>
    <p:extLst>
      <p:ext uri="{BB962C8B-B14F-4D97-AF65-F5344CB8AC3E}">
        <p14:creationId xmlns:p14="http://schemas.microsoft.com/office/powerpoint/2010/main" val="37356958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7E15E-1380-3287-2ED6-83DD96BA91C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1140C03-8E13-8E8B-2E9B-42ECF29F538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A94F453-6399-4E0C-82A3-965A43401002}"/>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15F7AA36-7BCB-3E9B-1FBF-586AB20B7A1E}"/>
              </a:ext>
            </a:extLst>
          </p:cNvPr>
          <p:cNvSpPr>
            <a:spLocks noGrp="1"/>
          </p:cNvSpPr>
          <p:nvPr>
            <p:ph type="sldNum" sz="quarter" idx="5"/>
          </p:nvPr>
        </p:nvSpPr>
        <p:spPr/>
        <p:txBody>
          <a:bodyPr/>
          <a:lstStyle/>
          <a:p>
            <a:pPr>
              <a:defRPr/>
            </a:pPr>
            <a:fld id="{1A042D3D-A474-4006-8245-DBE8A187AC66}" type="slidenum">
              <a:rPr lang="en-US" altLang="ja-JP" smtClean="0"/>
              <a:pPr>
                <a:defRPr/>
              </a:pPr>
              <a:t>15</a:t>
            </a:fld>
            <a:endParaRPr lang="en-US" altLang="ja-JP"/>
          </a:p>
        </p:txBody>
      </p:sp>
    </p:spTree>
    <p:extLst>
      <p:ext uri="{BB962C8B-B14F-4D97-AF65-F5344CB8AC3E}">
        <p14:creationId xmlns:p14="http://schemas.microsoft.com/office/powerpoint/2010/main" val="6453497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665C8-6A48-FE79-3F31-2D511079D4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6335139-58FC-A2FA-4F4D-919C5030248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29DEE27-FDA1-0474-2178-345C834C3620}"/>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ED65500A-4AE8-E9E6-920D-5D3BAF4E15E1}"/>
              </a:ext>
            </a:extLst>
          </p:cNvPr>
          <p:cNvSpPr>
            <a:spLocks noGrp="1"/>
          </p:cNvSpPr>
          <p:nvPr>
            <p:ph type="sldNum" sz="quarter" idx="5"/>
          </p:nvPr>
        </p:nvSpPr>
        <p:spPr/>
        <p:txBody>
          <a:bodyPr/>
          <a:lstStyle/>
          <a:p>
            <a:pPr>
              <a:defRPr/>
            </a:pPr>
            <a:fld id="{1A042D3D-A474-4006-8245-DBE8A187AC66}" type="slidenum">
              <a:rPr lang="en-US" altLang="ja-JP" smtClean="0"/>
              <a:pPr>
                <a:defRPr/>
              </a:pPr>
              <a:t>16</a:t>
            </a:fld>
            <a:endParaRPr lang="en-US" altLang="ja-JP"/>
          </a:p>
        </p:txBody>
      </p:sp>
    </p:spTree>
    <p:extLst>
      <p:ext uri="{BB962C8B-B14F-4D97-AF65-F5344CB8AC3E}">
        <p14:creationId xmlns:p14="http://schemas.microsoft.com/office/powerpoint/2010/main" val="28846785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07768-98E8-3ECC-364E-107D52CF62F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1D68805-F525-5674-CA7F-DC76F5C017AC}"/>
              </a:ext>
            </a:extLst>
          </p:cNvPr>
          <p:cNvSpPr>
            <a:spLocks noGrp="1" noRot="1" noChangeAspect="1"/>
          </p:cNvSpPr>
          <p:nvPr>
            <p:ph type="sldImg"/>
          </p:nvPr>
        </p:nvSpPr>
        <p:spPr>
          <a:xfrm>
            <a:off x="1077913" y="1077913"/>
            <a:ext cx="7783512" cy="5387975"/>
          </a:xfrm>
        </p:spPr>
      </p:sp>
      <p:sp>
        <p:nvSpPr>
          <p:cNvPr id="3" name="ノート プレースホルダー 2">
            <a:extLst>
              <a:ext uri="{FF2B5EF4-FFF2-40B4-BE49-F238E27FC236}">
                <a16:creationId xmlns:a16="http://schemas.microsoft.com/office/drawing/2014/main" id="{158F0C16-7AFA-E893-D337-07F1DEE335FB}"/>
              </a:ext>
            </a:extLst>
          </p:cNvPr>
          <p:cNvSpPr>
            <a:spLocks noGrp="1"/>
          </p:cNvSpPr>
          <p:nvPr>
            <p:ph type="body" idx="1"/>
          </p:nvPr>
        </p:nvSpPr>
        <p:spPr/>
        <p:txBody>
          <a:bodyPr/>
          <a:lstStyle/>
          <a:p>
            <a:endParaRPr lang="en-US" altLang="ja-JP"/>
          </a:p>
        </p:txBody>
      </p:sp>
      <p:sp>
        <p:nvSpPr>
          <p:cNvPr id="4" name="スライド番号プレースホルダー 3">
            <a:extLst>
              <a:ext uri="{FF2B5EF4-FFF2-40B4-BE49-F238E27FC236}">
                <a16:creationId xmlns:a16="http://schemas.microsoft.com/office/drawing/2014/main" id="{3CC37253-C2D4-B5E2-B8CE-1E2380502864}"/>
              </a:ext>
            </a:extLst>
          </p:cNvPr>
          <p:cNvSpPr>
            <a:spLocks noGrp="1"/>
          </p:cNvSpPr>
          <p:nvPr>
            <p:ph type="sldNum" sz="quarter" idx="10"/>
          </p:nvPr>
        </p:nvSpPr>
        <p:spPr/>
        <p:txBody>
          <a:bodyPr/>
          <a:lstStyle/>
          <a:p>
            <a:pPr>
              <a:defRPr/>
            </a:pPr>
            <a:fld id="{1A042D3D-A474-4006-8245-DBE8A187AC66}" type="slidenum">
              <a:rPr lang="en-US" altLang="ja-JP" smtClean="0"/>
              <a:pPr>
                <a:defRPr/>
              </a:pPr>
              <a:t>17</a:t>
            </a:fld>
            <a:endParaRPr lang="en-US" altLang="ja-JP"/>
          </a:p>
        </p:txBody>
      </p:sp>
    </p:spTree>
    <p:extLst>
      <p:ext uri="{BB962C8B-B14F-4D97-AF65-F5344CB8AC3E}">
        <p14:creationId xmlns:p14="http://schemas.microsoft.com/office/powerpoint/2010/main" val="31539151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1_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1238250" y="1122363"/>
            <a:ext cx="7429500" cy="2387600"/>
          </a:xfrm>
          <a:prstGeom prst="rect">
            <a:avLst/>
          </a:prstGeom>
        </p:spPr>
        <p:txBody>
          <a:bodyPr anchor="b"/>
          <a:lstStyle>
            <a:lvl1pPr algn="ctr">
              <a:defRPr sz="4875"/>
            </a:lvl1pPr>
          </a:lstStyle>
          <a:p>
            <a:r>
              <a:rPr lang="ja-JP" altLang="en-US"/>
              <a:t>マスター タイトルの書式設定</a:t>
            </a:r>
            <a:endParaRPr lang="en-US"/>
          </a:p>
        </p:txBody>
      </p:sp>
      <p:sp>
        <p:nvSpPr>
          <p:cNvPr id="3" name="Subtitle 2"/>
          <p:cNvSpPr>
            <a:spLocks noGrp="1"/>
          </p:cNvSpPr>
          <p:nvPr>
            <p:ph type="subTitle" idx="1"/>
          </p:nvPr>
        </p:nvSpPr>
        <p:spPr>
          <a:xfrm>
            <a:off x="1238250" y="3602038"/>
            <a:ext cx="7429500" cy="1655762"/>
          </a:xfrm>
          <a:prstGeom prst="rect">
            <a:avLst/>
          </a:prstGeom>
        </p:spPr>
        <p:txBody>
          <a:bodyPr/>
          <a:lstStyle>
            <a:lvl1pPr marL="0" indent="0" algn="ctr">
              <a:buNone/>
              <a:defRPr sz="1950"/>
            </a:lvl1pPr>
            <a:lvl2pPr marL="371475" indent="0" algn="ctr">
              <a:buNone/>
              <a:defRPr sz="1625"/>
            </a:lvl2pPr>
            <a:lvl3pPr marL="742950" indent="0" algn="ctr">
              <a:buNone/>
              <a:defRPr sz="1463"/>
            </a:lvl3pPr>
            <a:lvl4pPr marL="1114425" indent="0" algn="ctr">
              <a:buNone/>
              <a:defRPr sz="1300"/>
            </a:lvl4pPr>
            <a:lvl5pPr marL="1485900" indent="0" algn="ctr">
              <a:buNone/>
              <a:defRPr sz="1300"/>
            </a:lvl5pPr>
            <a:lvl6pPr marL="1857375" indent="0" algn="ctr">
              <a:buNone/>
              <a:defRPr sz="1300"/>
            </a:lvl6pPr>
            <a:lvl7pPr marL="2228850" indent="0" algn="ctr">
              <a:buNone/>
              <a:defRPr sz="1300"/>
            </a:lvl7pPr>
            <a:lvl8pPr marL="2600325" indent="0" algn="ctr">
              <a:buNone/>
              <a:defRPr sz="1300"/>
            </a:lvl8pPr>
            <a:lvl9pPr marL="2971800" indent="0" algn="ctr">
              <a:buNone/>
              <a:defRPr sz="1300"/>
            </a:lvl9pPr>
          </a:lstStyle>
          <a:p>
            <a:r>
              <a:rPr lang="ja-JP" altLang="en-US"/>
              <a:t>マスター サブタイトルの書式設定</a:t>
            </a:r>
            <a:endParaRPr lang="en-US"/>
          </a:p>
        </p:txBody>
      </p:sp>
      <p:sp>
        <p:nvSpPr>
          <p:cNvPr id="4" name="Date Placeholder 3"/>
          <p:cNvSpPr>
            <a:spLocks noGrp="1"/>
          </p:cNvSpPr>
          <p:nvPr>
            <p:ph type="dt" sz="half" idx="10"/>
          </p:nvPr>
        </p:nvSpPr>
        <p:spPr>
          <a:xfrm>
            <a:off x="681038" y="6356351"/>
            <a:ext cx="2228850" cy="365125"/>
          </a:xfrm>
          <a:prstGeom prst="rect">
            <a:avLst/>
          </a:prstGeom>
        </p:spPr>
        <p:txBody>
          <a:bodyPr/>
          <a:lstStyle>
            <a:lvl1pPr>
              <a:defRPr>
                <a:latin typeface="Meiryo UI" panose="020B0604030504040204" pitchFamily="50" charset="-128"/>
              </a:defRPr>
            </a:lvl1pPr>
          </a:lstStyle>
          <a:p>
            <a:fld id="{62128520-9947-496A-800B-3A7C498025F0}" type="datetimeFigureOut">
              <a:rPr lang="ja-JP" altLang="en-US" smtClean="0"/>
              <a:pPr/>
              <a:t>2026/4/9</a:t>
            </a:fld>
            <a:endParaRPr lang="ja-JP" altLang="en-US"/>
          </a:p>
        </p:txBody>
      </p:sp>
      <p:sp>
        <p:nvSpPr>
          <p:cNvPr id="5" name="Footer Placeholder 4"/>
          <p:cNvSpPr>
            <a:spLocks noGrp="1"/>
          </p:cNvSpPr>
          <p:nvPr>
            <p:ph type="ftr" sz="quarter" idx="11"/>
          </p:nvPr>
        </p:nvSpPr>
        <p:spPr>
          <a:xfrm>
            <a:off x="3281363" y="6356351"/>
            <a:ext cx="3343275" cy="365125"/>
          </a:xfrm>
          <a:prstGeom prst="rect">
            <a:avLst/>
          </a:prstGeom>
        </p:spPr>
        <p:txBody>
          <a:bodyPr/>
          <a:lstStyle>
            <a:lvl1pPr>
              <a:defRPr>
                <a:latin typeface="Meiryo UI" panose="020B0604030504040204" pitchFamily="50" charset="-128"/>
              </a:defRPr>
            </a:lvl1pPr>
          </a:lstStyle>
          <a:p>
            <a:endParaRPr lang="ja-JP" altLang="en-US"/>
          </a:p>
        </p:txBody>
      </p:sp>
      <p:sp>
        <p:nvSpPr>
          <p:cNvPr id="6" name="Slide Number Placeholder 5"/>
          <p:cNvSpPr>
            <a:spLocks noGrp="1"/>
          </p:cNvSpPr>
          <p:nvPr>
            <p:ph type="sldNum" sz="quarter" idx="12"/>
          </p:nvPr>
        </p:nvSpPr>
        <p:spPr>
          <a:xfrm>
            <a:off x="6996113" y="6356351"/>
            <a:ext cx="2228850" cy="365125"/>
          </a:xfrm>
          <a:prstGeom prst="rect">
            <a:avLst/>
          </a:prstGeom>
        </p:spPr>
        <p:txBody>
          <a:bodyPr/>
          <a:lstStyle>
            <a:lvl1pPr>
              <a:defRPr>
                <a:latin typeface="Meiryo UI" panose="020B0604030504040204" pitchFamily="50" charset="-128"/>
              </a:defRPr>
            </a:lvl1pPr>
          </a:lstStyle>
          <a:p>
            <a:fld id="{F0732964-3CA4-4696-85AC-8301986ACD38}" type="slidenum">
              <a:rPr lang="ja-JP" altLang="en-US" smtClean="0"/>
              <a:pPr/>
              <a:t>‹#›</a:t>
            </a:fld>
            <a:endParaRPr lang="ja-JP" altLang="en-US"/>
          </a:p>
        </p:txBody>
      </p:sp>
    </p:spTree>
    <p:extLst>
      <p:ext uri="{BB962C8B-B14F-4D97-AF65-F5344CB8AC3E}">
        <p14:creationId xmlns:p14="http://schemas.microsoft.com/office/powerpoint/2010/main" val="2775865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742950" y="2130465"/>
            <a:ext cx="8420100" cy="1470025"/>
          </a:xfrm>
        </p:spPr>
        <p:txBody>
          <a:bodyPr/>
          <a:lstStyle/>
          <a:p>
            <a:r>
              <a:rPr lang="ja-JP" altLang="en-US"/>
              <a:t>マスタ タイトルの書式設定</a:t>
            </a:r>
          </a:p>
        </p:txBody>
      </p:sp>
      <p:sp>
        <p:nvSpPr>
          <p:cNvPr id="3" name="サブタイトル 2"/>
          <p:cNvSpPr>
            <a:spLocks noGrp="1"/>
          </p:cNvSpPr>
          <p:nvPr>
            <p:ph type="subTitle" idx="1"/>
          </p:nvPr>
        </p:nvSpPr>
        <p:spPr>
          <a:xfrm>
            <a:off x="1485900" y="3886201"/>
            <a:ext cx="6934200" cy="267446"/>
          </a:xfrm>
        </p:spPr>
        <p:txBody>
          <a:bodyPr/>
          <a:lstStyle>
            <a:lvl1pPr marL="0" indent="0" algn="ctr">
              <a:buNone/>
              <a:defRPr/>
            </a:lvl1pPr>
            <a:lvl2pPr marL="316571" indent="0" algn="ctr">
              <a:buNone/>
              <a:defRPr/>
            </a:lvl2pPr>
            <a:lvl3pPr marL="633142" indent="0" algn="ctr">
              <a:buNone/>
              <a:defRPr/>
            </a:lvl3pPr>
            <a:lvl4pPr marL="949713" indent="0" algn="ctr">
              <a:buNone/>
              <a:defRPr/>
            </a:lvl4pPr>
            <a:lvl5pPr marL="1266284" indent="0" algn="ctr">
              <a:buNone/>
              <a:defRPr/>
            </a:lvl5pPr>
            <a:lvl6pPr marL="1582855" indent="0" algn="ctr">
              <a:buNone/>
              <a:defRPr/>
            </a:lvl6pPr>
            <a:lvl7pPr marL="1899426" indent="0" algn="ctr">
              <a:buNone/>
              <a:defRPr/>
            </a:lvl7pPr>
            <a:lvl8pPr marL="2215997" indent="0" algn="ctr">
              <a:buNone/>
              <a:defRPr/>
            </a:lvl8pPr>
            <a:lvl9pPr marL="2532568" indent="0" algn="ctr">
              <a:buNone/>
              <a:defRPr/>
            </a:lvl9pPr>
          </a:lstStyle>
          <a:p>
            <a:r>
              <a:rPr lang="ja-JP" altLang="en-US"/>
              <a:t>マスタ サブタイトルの書式設定</a:t>
            </a:r>
          </a:p>
        </p:txBody>
      </p:sp>
    </p:spTree>
    <p:extLst>
      <p:ext uri="{BB962C8B-B14F-4D97-AF65-F5344CB8AC3E}">
        <p14:creationId xmlns:p14="http://schemas.microsoft.com/office/powerpoint/2010/main" val="322324244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白紙">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1B92CED-B684-4B2E-B963-1FAE4AE253DD}"/>
              </a:ext>
            </a:extLst>
          </p:cNvPr>
          <p:cNvSpPr>
            <a:spLocks noGrp="1"/>
          </p:cNvSpPr>
          <p:nvPr>
            <p:ph type="title"/>
          </p:nvPr>
        </p:nvSpPr>
        <p:spPr>
          <a:xfrm>
            <a:off x="162000" y="97200"/>
            <a:ext cx="8099974" cy="371461"/>
          </a:xfrm>
        </p:spPr>
        <p:txBody>
          <a:bodyPr/>
          <a:lstStyle>
            <a:lvl1pPr algn="l">
              <a:defRPr/>
            </a:lvl1pPr>
          </a:lstStyle>
          <a:p>
            <a:endParaRPr kumimoji="1" lang="ja-JP" altLang="en-US" sz="2280" b="1"/>
          </a:p>
        </p:txBody>
      </p:sp>
    </p:spTree>
    <p:extLst>
      <p:ext uri="{BB962C8B-B14F-4D97-AF65-F5344CB8AC3E}">
        <p14:creationId xmlns:p14="http://schemas.microsoft.com/office/powerpoint/2010/main" val="251880586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21187525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cSld name="コンテンツ｜2分割">
    <p:spTree>
      <p:nvGrpSpPr>
        <p:cNvPr id="1" name=""/>
        <p:cNvGrpSpPr/>
        <p:nvPr/>
      </p:nvGrpSpPr>
      <p:grpSpPr>
        <a:xfrm>
          <a:off x="0" y="0"/>
          <a:ext cx="0" cy="0"/>
          <a:chOff x="0" y="0"/>
          <a:chExt cx="0" cy="0"/>
        </a:xfrm>
      </p:grpSpPr>
      <p:sp>
        <p:nvSpPr>
          <p:cNvPr id="7" name="Rectangle 10"/>
          <p:cNvSpPr>
            <a:spLocks noChangeArrowheads="1"/>
          </p:cNvSpPr>
          <p:nvPr/>
        </p:nvSpPr>
        <p:spPr bwMode="auto">
          <a:xfrm>
            <a:off x="0" y="637200"/>
            <a:ext cx="9906000" cy="36512"/>
          </a:xfrm>
          <a:prstGeom prst="rect">
            <a:avLst/>
          </a:prstGeom>
          <a:solidFill>
            <a:schemeClr val="bg1">
              <a:lumMod val="85000"/>
            </a:schemeClr>
          </a:solidFill>
          <a:ln>
            <a:noFill/>
          </a:ln>
          <a:effectLst/>
        </p:spPr>
        <p:txBody>
          <a:bodyPr wrap="none" lIns="0" tIns="0" rIns="0" bIns="0" anchor="ctr">
            <a:noAutofit/>
          </a:bodyPr>
          <a:lstStyle/>
          <a:p>
            <a:endParaRPr lang="ja-JP" altLang="en-US" sz="1800"/>
          </a:p>
        </p:txBody>
      </p:sp>
      <p:sp>
        <p:nvSpPr>
          <p:cNvPr id="3" name="フッター プレースホルダー 2">
            <a:extLst>
              <a:ext uri="{FF2B5EF4-FFF2-40B4-BE49-F238E27FC236}">
                <a16:creationId xmlns:a16="http://schemas.microsoft.com/office/drawing/2014/main" id="{847704B3-DBAD-41AF-91A4-04C16CB4715B}"/>
              </a:ext>
            </a:extLst>
          </p:cNvPr>
          <p:cNvSpPr>
            <a:spLocks noGrp="1"/>
          </p:cNvSpPr>
          <p:nvPr>
            <p:ph type="ftr" sz="quarter" idx="10"/>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09C92EC6-27CC-4DAD-9CBB-D16A8301D8ED}"/>
              </a:ext>
            </a:extLst>
          </p:cNvPr>
          <p:cNvSpPr>
            <a:spLocks noGrp="1"/>
          </p:cNvSpPr>
          <p:nvPr>
            <p:ph type="sldNum" sz="quarter" idx="11"/>
          </p:nvPr>
        </p:nvSpPr>
        <p:spPr/>
        <p:txBody>
          <a:bodyPr/>
          <a:lstStyle/>
          <a:p>
            <a:fld id="{5192C4D8-5BEC-4F4E-A921-C5D8B7B1BD60}" type="slidenum">
              <a:rPr kumimoji="1" lang="ja-JP" altLang="en-US" smtClean="0"/>
              <a:t>‹#›</a:t>
            </a:fld>
            <a:endParaRPr kumimoji="1" lang="ja-JP" altLang="en-US"/>
          </a:p>
        </p:txBody>
      </p:sp>
      <p:sp>
        <p:nvSpPr>
          <p:cNvPr id="5" name="タイトル 4">
            <a:extLst>
              <a:ext uri="{FF2B5EF4-FFF2-40B4-BE49-F238E27FC236}">
                <a16:creationId xmlns:a16="http://schemas.microsoft.com/office/drawing/2014/main" id="{F4F14F26-7E76-4A9F-8E87-6231A2C21342}"/>
              </a:ext>
            </a:extLst>
          </p:cNvPr>
          <p:cNvSpPr>
            <a:spLocks noGrp="1"/>
          </p:cNvSpPr>
          <p:nvPr>
            <p:ph type="title"/>
          </p:nvPr>
        </p:nvSpPr>
        <p:spPr/>
        <p:txBody>
          <a:bodyPr/>
          <a:lstStyle/>
          <a:p>
            <a:r>
              <a:rPr kumimoji="1" lang="ja-JP" altLang="en-US"/>
              <a:t>マスター タイトルの書式設定</a:t>
            </a:r>
          </a:p>
        </p:txBody>
      </p:sp>
    </p:spTree>
    <p:extLst>
      <p:ext uri="{BB962C8B-B14F-4D97-AF65-F5344CB8AC3E}">
        <p14:creationId xmlns:p14="http://schemas.microsoft.com/office/powerpoint/2010/main" val="2160333688"/>
      </p:ext>
    </p:extLst>
  </p:cSld>
  <p:clrMapOvr>
    <a:masterClrMapping/>
  </p:clrMapOvr>
  <p:extLst>
    <p:ext uri="{DCECCB84-F9BA-43D5-87BE-67443E8EF086}">
      <p15:sldGuideLst xmlns:p15="http://schemas.microsoft.com/office/powerpoint/2012/main">
        <p15:guide id="1" pos="2204">
          <p15:clr>
            <a:srgbClr val="FBAE40"/>
          </p15:clr>
        </p15:guide>
        <p15:guide id="3" pos="247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285751" y="104791"/>
            <a:ext cx="8099974" cy="371461"/>
          </a:xfrm>
        </p:spPr>
        <p:txBody>
          <a:bodyPr/>
          <a:lstStyle>
            <a:lvl1pPr algn="l">
              <a:defRPr sz="2280" b="1"/>
            </a:lvl1pPr>
          </a:lstStyle>
          <a:p>
            <a:r>
              <a:rPr lang="ja-JP" altLang="en-US"/>
              <a:t>マスタ タイトルの書式設定</a:t>
            </a:r>
          </a:p>
        </p:txBody>
      </p:sp>
      <p:sp>
        <p:nvSpPr>
          <p:cNvPr id="3" name="コンテンツ プレースホルダ 2"/>
          <p:cNvSpPr>
            <a:spLocks noGrp="1"/>
          </p:cNvSpPr>
          <p:nvPr>
            <p:ph idx="1"/>
          </p:nvPr>
        </p:nvSpPr>
        <p:spPr>
          <a:xfrm>
            <a:off x="311285" y="598507"/>
            <a:ext cx="9264517" cy="1398011"/>
          </a:xfrm>
        </p:spPr>
        <p:txBody>
          <a:bodyPr/>
          <a:lstStyle>
            <a:lvl1pPr>
              <a:defRPr sz="1463">
                <a:solidFill>
                  <a:schemeClr val="accent6"/>
                </a:solidFill>
                <a:latin typeface="Meiryo UI" panose="020B0604030504040204" pitchFamily="50" charset="-128"/>
                <a:ea typeface="Meiryo UI" panose="020B0604030504040204" pitchFamily="50" charset="-128"/>
                <a:cs typeface="Meiryo UI" panose="020B0604030504040204" pitchFamily="50" charset="-128"/>
              </a:defRPr>
            </a:lvl1pPr>
            <a:lvl2pPr>
              <a:defRPr sz="1463">
                <a:solidFill>
                  <a:schemeClr val="accent6"/>
                </a:solidFill>
                <a:latin typeface="Meiryo UI" panose="020B0604030504040204" pitchFamily="50" charset="-128"/>
                <a:ea typeface="Meiryo UI" panose="020B0604030504040204" pitchFamily="50" charset="-128"/>
                <a:cs typeface="Meiryo UI" panose="020B0604030504040204" pitchFamily="50" charset="-128"/>
              </a:defRPr>
            </a:lvl2pPr>
            <a:lvl3pPr>
              <a:defRPr sz="1463">
                <a:solidFill>
                  <a:schemeClr val="accent6"/>
                </a:solidFill>
                <a:latin typeface="Meiryo UI" panose="020B0604030504040204" pitchFamily="50" charset="-128"/>
                <a:ea typeface="Meiryo UI" panose="020B0604030504040204" pitchFamily="50" charset="-128"/>
                <a:cs typeface="Meiryo UI" panose="020B0604030504040204" pitchFamily="50" charset="-128"/>
              </a:defRPr>
            </a:lvl3pPr>
            <a:lvl4pPr>
              <a:defRPr sz="1463">
                <a:solidFill>
                  <a:schemeClr val="accent6"/>
                </a:solidFill>
                <a:latin typeface="Meiryo UI" panose="020B0604030504040204" pitchFamily="50" charset="-128"/>
                <a:ea typeface="Meiryo UI" panose="020B0604030504040204" pitchFamily="50" charset="-128"/>
                <a:cs typeface="Meiryo UI" panose="020B0604030504040204" pitchFamily="50" charset="-128"/>
              </a:defRPr>
            </a:lvl4pPr>
            <a:lvl5pPr>
              <a:defRPr sz="1463">
                <a:solidFill>
                  <a:schemeClr val="accent6"/>
                </a:solidFill>
                <a:latin typeface="Meiryo UI" panose="020B0604030504040204" pitchFamily="50" charset="-128"/>
                <a:ea typeface="Meiryo UI" panose="020B0604030504040204" pitchFamily="50" charset="-128"/>
                <a:cs typeface="Meiryo UI" panose="020B0604030504040204" pitchFamily="50" charset="-128"/>
              </a:defRPr>
            </a:lvl5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正方形/長方形 3"/>
          <p:cNvSpPr/>
          <p:nvPr userDrawn="1"/>
        </p:nvSpPr>
        <p:spPr bwMode="auto">
          <a:xfrm>
            <a:off x="308485" y="764704"/>
            <a:ext cx="9289032" cy="5760640"/>
          </a:xfrm>
          <a:prstGeom prst="rect">
            <a:avLst/>
          </a:prstGeom>
          <a:noFill/>
          <a:ln w="9525" cap="flat" cmpd="sng" algn="ctr">
            <a:noFill/>
            <a:prstDash val="sysDash"/>
            <a:round/>
            <a:headEnd type="none" w="med" len="med"/>
            <a:tailEnd type="none" w="med" len="med"/>
          </a:ln>
          <a:effectLst/>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hangingPunct="0">
              <a:lnSpc>
                <a:spcPct val="90000"/>
              </a:lnSpc>
              <a:spcBef>
                <a:spcPct val="20000"/>
              </a:spcBef>
            </a:pPr>
            <a:endParaRPr lang="ja-JP" altLang="en-US" sz="975">
              <a:solidFill>
                <a:srgbClr val="333399"/>
              </a:solidFill>
              <a:latin typeface="Meiryo UI" pitchFamily="50" charset="-128"/>
              <a:ea typeface="Meiryo UI" pitchFamily="50" charset="-128"/>
              <a:cs typeface="Meiryo UI" pitchFamily="50" charset="-128"/>
            </a:endParaRPr>
          </a:p>
        </p:txBody>
      </p:sp>
    </p:spTree>
    <p:extLst>
      <p:ext uri="{BB962C8B-B14F-4D97-AF65-F5344CB8AC3E}">
        <p14:creationId xmlns:p14="http://schemas.microsoft.com/office/powerpoint/2010/main" val="95875424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p:spPr>
        <p:txBody>
          <a:bodyPr anchor="b"/>
          <a:lstStyle>
            <a:lvl1pPr algn="ctr">
              <a:defRPr sz="6000"/>
            </a:lvl1pPr>
          </a:lstStyle>
          <a:p>
            <a:r>
              <a:rPr lang="ja-JP" altLang="en-US"/>
              <a:t>マスター タイトルの書式設定</a:t>
            </a:r>
            <a:endParaRPr lang="en-US"/>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a:p>
        </p:txBody>
      </p:sp>
      <p:sp>
        <p:nvSpPr>
          <p:cNvPr id="4" name="Date Placeholder 3"/>
          <p:cNvSpPr>
            <a:spLocks noGrp="1"/>
          </p:cNvSpPr>
          <p:nvPr>
            <p:ph type="dt" sz="half" idx="10"/>
          </p:nvPr>
        </p:nvSpPr>
        <p:spPr/>
        <p:txBody>
          <a:bodyPr/>
          <a:lstStyle/>
          <a:p>
            <a:fld id="{C764DE79-268F-4C1A-8933-263129D2AF90}" type="datetimeFigureOut">
              <a:rPr lang="en-US" dirty="0"/>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288124798"/>
      </p:ext>
    </p:extLst>
  </p:cSld>
  <p:clrMapOvr>
    <a:masterClrMapping/>
  </p:clrMapOvr>
  <p:hf hdr="0" ftr="0"/>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C764DE79-268F-4C1A-8933-263129D2AF90}" type="datetimeFigureOut">
              <a:rPr lang="en-US" dirty="0"/>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217677083"/>
      </p:ext>
    </p:extLst>
  </p:cSld>
  <p:clrMapOvr>
    <a:masterClrMapping/>
  </p:clrMapOvr>
  <p:hf hdr="0" ftr="0"/>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75879" y="1709740"/>
            <a:ext cx="8543925" cy="2852737"/>
          </a:xfrm>
        </p:spPr>
        <p:txBody>
          <a:bodyPr anchor="b"/>
          <a:lstStyle>
            <a:lvl1pPr>
              <a:defRPr sz="6000"/>
            </a:lvl1pPr>
          </a:lstStyle>
          <a:p>
            <a:r>
              <a:rPr lang="ja-JP" altLang="en-US"/>
              <a:t>マスター タイトルの書式設定</a:t>
            </a:r>
            <a:endParaRPr lang="en-US"/>
          </a:p>
        </p:txBody>
      </p:sp>
      <p:sp>
        <p:nvSpPr>
          <p:cNvPr id="3" name="Text Placeholder 2"/>
          <p:cNvSpPr>
            <a:spLocks noGrp="1"/>
          </p:cNvSpPr>
          <p:nvPr>
            <p:ph type="body" idx="1"/>
          </p:nvPr>
        </p:nvSpPr>
        <p:spPr>
          <a:xfrm>
            <a:off x="675879" y="4589465"/>
            <a:ext cx="8543925"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C764DE79-268F-4C1A-8933-263129D2AF90}" type="datetimeFigureOut">
              <a:rPr lang="en-US" dirty="0"/>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651337523"/>
      </p:ext>
    </p:extLst>
  </p:cSld>
  <p:clrMapOvr>
    <a:masterClrMapping/>
  </p:clrMapOvr>
  <p:hf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sz="half" idx="1"/>
          </p:nvPr>
        </p:nvSpPr>
        <p:spPr>
          <a:xfrm>
            <a:off x="681038" y="1825625"/>
            <a:ext cx="421005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Content Placeholder 3"/>
          <p:cNvSpPr>
            <a:spLocks noGrp="1"/>
          </p:cNvSpPr>
          <p:nvPr>
            <p:ph sz="half" idx="2"/>
          </p:nvPr>
        </p:nvSpPr>
        <p:spPr>
          <a:xfrm>
            <a:off x="5014913" y="1825625"/>
            <a:ext cx="421005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5" name="Date Placeholder 4"/>
          <p:cNvSpPr>
            <a:spLocks noGrp="1"/>
          </p:cNvSpPr>
          <p:nvPr>
            <p:ph type="dt" sz="half" idx="10"/>
          </p:nvPr>
        </p:nvSpPr>
        <p:spPr/>
        <p:txBody>
          <a:bodyPr/>
          <a:lstStyle/>
          <a:p>
            <a:fld id="{C764DE79-268F-4C1A-8933-263129D2AF90}" type="datetimeFigureOut">
              <a:rPr lang="en-US" dirty="0"/>
              <a:t>4/9/2026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338689580"/>
      </p:ext>
    </p:extLst>
  </p:cSld>
  <p:clrMapOvr>
    <a:masterClrMapping/>
  </p:clrMapOvr>
  <p:hf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7"/>
            <a:ext cx="8543925" cy="1325563"/>
          </a:xfrm>
        </p:spPr>
        <p:txBody>
          <a:bodyPr/>
          <a:lstStyle/>
          <a:p>
            <a:r>
              <a:rPr lang="ja-JP" altLang="en-US"/>
              <a:t>マスター タイトルの書式設定</a:t>
            </a:r>
            <a:endParaRPr lang="en-US"/>
          </a:p>
        </p:txBody>
      </p:sp>
      <p:sp>
        <p:nvSpPr>
          <p:cNvPr id="3" name="Text Placeholder 2"/>
          <p:cNvSpPr>
            <a:spLocks noGrp="1"/>
          </p:cNvSpPr>
          <p:nvPr>
            <p:ph type="body" idx="1"/>
          </p:nvPr>
        </p:nvSpPr>
        <p:spPr>
          <a:xfrm>
            <a:off x="682329"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682329" y="2505075"/>
            <a:ext cx="4190702"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5014913" y="2505075"/>
            <a:ext cx="4211340"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7" name="Date Placeholder 6"/>
          <p:cNvSpPr>
            <a:spLocks noGrp="1"/>
          </p:cNvSpPr>
          <p:nvPr>
            <p:ph type="dt" sz="half" idx="10"/>
          </p:nvPr>
        </p:nvSpPr>
        <p:spPr/>
        <p:txBody>
          <a:bodyPr/>
          <a:lstStyle/>
          <a:p>
            <a:fld id="{C764DE79-268F-4C1A-8933-263129D2AF90}" type="datetimeFigureOut">
              <a:rPr lang="en-US" dirty="0"/>
              <a:t>4/9/2026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132220061"/>
      </p:ext>
    </p:extLst>
  </p:cSld>
  <p:clrMapOvr>
    <a:masterClrMapping/>
  </p:clrMapOvr>
  <p:hf hdr="0" ftr="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Date Placeholder 2"/>
          <p:cNvSpPr>
            <a:spLocks noGrp="1"/>
          </p:cNvSpPr>
          <p:nvPr>
            <p:ph type="dt" sz="half" idx="10"/>
          </p:nvPr>
        </p:nvSpPr>
        <p:spPr/>
        <p:txBody>
          <a:bodyPr/>
          <a:lstStyle/>
          <a:p>
            <a:fld id="{C764DE79-268F-4C1A-8933-263129D2AF90}" type="datetimeFigureOut">
              <a:rPr lang="en-US" dirty="0"/>
              <a:t>4/9/2026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193261454"/>
      </p:ext>
    </p:extLst>
  </p:cSld>
  <p:clrMapOvr>
    <a:masterClrMapping/>
  </p:clrMapOvr>
  <p:hf hdr="0" ftr="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4/9/2026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536133398"/>
      </p:ext>
    </p:extLst>
  </p:cSld>
  <p:clrMapOvr>
    <a:masterClrMapping/>
  </p:clrMapOvr>
  <p:hf hdr="0" ftr="0"/>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ja-JP" altLang="en-US"/>
              <a:t>マスター タイトルの書式設定</a:t>
            </a:r>
            <a:endParaRPr lang="en-US"/>
          </a:p>
        </p:txBody>
      </p:sp>
      <p:sp>
        <p:nvSpPr>
          <p:cNvPr id="3" name="Content Placeholder 2"/>
          <p:cNvSpPr>
            <a:spLocks noGrp="1"/>
          </p:cNvSpPr>
          <p:nvPr>
            <p:ph idx="1"/>
          </p:nvPr>
        </p:nvSpPr>
        <p:spPr>
          <a:xfrm>
            <a:off x="4211340" y="987427"/>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C764DE79-268F-4C1A-8933-263129D2AF90}" type="datetimeFigureOut">
              <a:rPr lang="en-US" dirty="0"/>
              <a:t>4/9/2026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193794081"/>
      </p:ext>
    </p:extLst>
  </p:cSld>
  <p:clrMapOvr>
    <a:masterClrMapping/>
  </p:clrMapOvr>
  <p:hf hdr="0" ftr="0"/>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ja-JP" altLang="en-US"/>
              <a:t>マスター タイトルの書式設定</a:t>
            </a:r>
            <a:endParaRPr lang="en-US"/>
          </a:p>
        </p:txBody>
      </p:sp>
      <p:sp>
        <p:nvSpPr>
          <p:cNvPr id="3" name="Picture Placeholder 2"/>
          <p:cNvSpPr>
            <a:spLocks noGrp="1" noChangeAspect="1"/>
          </p:cNvSpPr>
          <p:nvPr>
            <p:ph type="pic" idx="1"/>
          </p:nvPr>
        </p:nvSpPr>
        <p:spPr>
          <a:xfrm>
            <a:off x="4211340" y="987427"/>
            <a:ext cx="5014913"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C764DE79-268F-4C1A-8933-263129D2AF90}" type="datetimeFigureOut">
              <a:rPr lang="en-US" dirty="0"/>
              <a:t>4/9/2026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87220909"/>
      </p:ext>
    </p:extLst>
  </p:cSld>
  <p:clrMapOvr>
    <a:masterClrMapping/>
  </p:clrMapOvr>
  <p:hf hdr="0" ftr="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C764DE79-268F-4C1A-8933-263129D2AF90}" type="datetimeFigureOut">
              <a:rPr lang="en-US" dirty="0"/>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100945431"/>
      </p:ext>
    </p:extLst>
  </p:cSld>
  <p:clrMapOvr>
    <a:masterClrMapping/>
  </p:clrMapOvr>
  <p:hf hdr="0" ftr="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ja-JP" altLang="en-US"/>
              <a:t>マスター タイトルの書式設定</a:t>
            </a:r>
            <a:endParaRPr lang="en-US"/>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C764DE79-268F-4C1A-8933-263129D2AF90}" type="datetimeFigureOut">
              <a:rPr lang="en-US" dirty="0"/>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921281542"/>
      </p:ext>
    </p:extLst>
  </p:cSld>
  <p:clrMapOvr>
    <a:masterClrMapping/>
  </p:clrMapOvr>
  <p:hf hdr="0" ftr="0"/>
</p:sldLayout>
</file>

<file path=ppt/slideMasters/_rels/slideMaster1.xml.rels><?xml version="1.0" encoding="UTF-8" standalone="yes"?>
<Relationships xmlns="http://schemas.openxmlformats.org/package/2006/relationships"><Relationship Id="rId3" Type="http://schemas.openxmlformats.org/officeDocument/2006/relationships/tags" Target="../tags/tag1.xml"/><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1.emf"/><Relationship Id="rId4" Type="http://schemas.openxmlformats.org/officeDocument/2006/relationships/oleObject" Target="../embeddings/oleObject1.bin"/></Relationships>
</file>

<file path=ppt/slideMasters/_rels/slideMaster2.xml.rels><?xml version="1.0" encoding="UTF-8" standalone="yes"?>
<Relationships xmlns="http://schemas.openxmlformats.org/package/2006/relationships"><Relationship Id="rId8" Type="http://schemas.openxmlformats.org/officeDocument/2006/relationships/oleObject" Target="../embeddings/oleObject2.bin"/><Relationship Id="rId3" Type="http://schemas.openxmlformats.org/officeDocument/2006/relationships/slideLayout" Target="../slideLayouts/slideLayout4.xml"/><Relationship Id="rId7" Type="http://schemas.openxmlformats.org/officeDocument/2006/relationships/tags" Target="../tags/tag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theme" Target="../theme/theme2.xml"/><Relationship Id="rId5" Type="http://schemas.openxmlformats.org/officeDocument/2006/relationships/slideLayout" Target="../slideLayouts/slideLayout6.xml"/><Relationship Id="rId10" Type="http://schemas.openxmlformats.org/officeDocument/2006/relationships/image" Target="../media/image3.png"/><Relationship Id="rId4" Type="http://schemas.openxmlformats.org/officeDocument/2006/relationships/slideLayout" Target="../slideLayouts/slideLayout5.xml"/><Relationship Id="rId9" Type="http://schemas.openxmlformats.org/officeDocument/2006/relationships/image" Target="../media/image2.emf"/></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tags" Target="../tags/tag3.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theme" Target="../theme/theme3.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5" Type="http://schemas.openxmlformats.org/officeDocument/2006/relationships/image" Target="../media/image1.emf"/><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oleObject" Target="../embeddings/oleObject3.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7597CC97-689E-1755-EE46-BFF3E96783F9}"/>
              </a:ext>
            </a:extLst>
          </p:cNvPr>
          <p:cNvGraphicFramePr>
            <a:graphicFrameLocks noChangeAspect="1"/>
          </p:cNvGraphicFramePr>
          <p:nvPr userDrawn="1">
            <p:custDataLst>
              <p:tags r:id="rId3"/>
            </p:custDataLst>
            <p:extLst>
              <p:ext uri="{D42A27DB-BD31-4B8C-83A1-F6EECF244321}">
                <p14:modId xmlns:p14="http://schemas.microsoft.com/office/powerpoint/2010/main" val="262328053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639" imgH="639" progId="TCLayout.ActiveDocument.1">
                  <p:embed/>
                </p:oleObj>
              </mc:Choice>
              <mc:Fallback>
                <p:oleObj name="think-cellスライド" r:id="rId4" imgW="639" imgH="639" progId="TCLayout.ActiveDocument.1">
                  <p:embed/>
                  <p:pic>
                    <p:nvPicPr>
                      <p:cNvPr id="6" name="think-cell data - do not delete" hidden="1">
                        <a:extLst>
                          <a:ext uri="{FF2B5EF4-FFF2-40B4-BE49-F238E27FC236}">
                            <a16:creationId xmlns:a16="http://schemas.microsoft.com/office/drawing/2014/main" id="{7597CC97-689E-1755-EE46-BFF3E96783F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フッター プレースホルダ 3">
            <a:extLst>
              <a:ext uri="{FF2B5EF4-FFF2-40B4-BE49-F238E27FC236}">
                <a16:creationId xmlns:a16="http://schemas.microsoft.com/office/drawing/2014/main" id="{465F06C3-B1A3-46D5-B1B7-8B8E981A4B22}"/>
              </a:ext>
            </a:extLst>
          </p:cNvPr>
          <p:cNvSpPr txBox="1">
            <a:spLocks/>
          </p:cNvSpPr>
          <p:nvPr userDrawn="1"/>
        </p:nvSpPr>
        <p:spPr bwMode="gray">
          <a:xfrm>
            <a:off x="3175" y="6632575"/>
            <a:ext cx="4770438" cy="176399"/>
          </a:xfrm>
          <a:prstGeom prst="rect">
            <a:avLst/>
          </a:prstGeom>
          <a:noFill/>
          <a:ln w="9525">
            <a:noFill/>
            <a:miter lim="800000"/>
            <a:headEnd/>
            <a:tailEnd/>
          </a:ln>
        </p:spPr>
        <p:txBody>
          <a:bodyPr lIns="63314" tIns="31657" rIns="63314" bIns="31657">
            <a:spAutoFit/>
          </a:bodyPr>
          <a:lstStyle/>
          <a:p>
            <a:pPr marL="237331" indent="-237331" eaLnBrk="0" hangingPunct="0">
              <a:spcBef>
                <a:spcPct val="20000"/>
              </a:spcBef>
              <a:defRPr/>
            </a:pPr>
            <a:r>
              <a:rPr lang="en-US" altLang="ja-JP" sz="731" kern="0">
                <a:solidFill>
                  <a:srgbClr val="000000"/>
                </a:solidFill>
                <a:latin typeface="Arial" pitchFamily="34" charset="0"/>
                <a:ea typeface="ＭＳ Ｐゴシック" pitchFamily="50" charset="-128"/>
              </a:rPr>
              <a:t>Copyright © 2026 AIR WATER INC All Rights Reserved.</a:t>
            </a:r>
          </a:p>
        </p:txBody>
      </p:sp>
    </p:spTree>
    <p:extLst>
      <p:ext uri="{BB962C8B-B14F-4D97-AF65-F5344CB8AC3E}">
        <p14:creationId xmlns:p14="http://schemas.microsoft.com/office/powerpoint/2010/main" val="4292090020"/>
      </p:ext>
    </p:extLst>
  </p:cSld>
  <p:clrMap bg1="lt1" tx1="dk1" bg2="lt2" tx2="dk2" accent1="accent1" accent2="accent2" accent3="accent3" accent4="accent4" accent5="accent5" accent6="accent6" hlink="hlink" folHlink="folHlink"/>
  <p:sldLayoutIdLst>
    <p:sldLayoutId id="2147483677" r:id="rId1"/>
  </p:sldLayoutIdLst>
  <p:hf hdr="0" ftr="0"/>
  <p:txStyles>
    <p:titleStyle>
      <a:lvl1pPr algn="l" rtl="0" fontAlgn="base">
        <a:spcBef>
          <a:spcPct val="0"/>
        </a:spcBef>
        <a:spcAft>
          <a:spcPct val="0"/>
        </a:spcAft>
        <a:defRPr kumimoji="1" sz="1625" b="1" i="0" kern="1200">
          <a:solidFill>
            <a:srgbClr val="3E505A"/>
          </a:solidFill>
          <a:latin typeface="Meiryo" panose="020B0604030504040204" pitchFamily="34" charset="-128"/>
          <a:ea typeface="Meiryo" panose="020B0604030504040204" pitchFamily="34" charset="-128"/>
          <a:cs typeface="+mj-cs"/>
        </a:defRPr>
      </a:lvl1pPr>
      <a:lvl2pPr algn="l" rtl="0" fontAlgn="base">
        <a:spcBef>
          <a:spcPct val="0"/>
        </a:spcBef>
        <a:spcAft>
          <a:spcPct val="0"/>
        </a:spcAft>
        <a:defRPr kumimoji="1" sz="1625">
          <a:solidFill>
            <a:schemeClr val="tx2"/>
          </a:solidFill>
          <a:latin typeface="Arial" panose="020B0604020202020204" pitchFamily="34" charset="0"/>
          <a:ea typeface="ＭＳ Ｐゴシック" panose="020B0600070205080204" pitchFamily="34" charset="-128"/>
        </a:defRPr>
      </a:lvl2pPr>
      <a:lvl3pPr algn="l" rtl="0" fontAlgn="base">
        <a:spcBef>
          <a:spcPct val="0"/>
        </a:spcBef>
        <a:spcAft>
          <a:spcPct val="0"/>
        </a:spcAft>
        <a:defRPr kumimoji="1" sz="1625">
          <a:solidFill>
            <a:schemeClr val="tx2"/>
          </a:solidFill>
          <a:latin typeface="Arial" panose="020B0604020202020204" pitchFamily="34" charset="0"/>
          <a:ea typeface="ＭＳ Ｐゴシック" panose="020B0600070205080204" pitchFamily="34" charset="-128"/>
        </a:defRPr>
      </a:lvl3pPr>
      <a:lvl4pPr algn="l" rtl="0" fontAlgn="base">
        <a:spcBef>
          <a:spcPct val="0"/>
        </a:spcBef>
        <a:spcAft>
          <a:spcPct val="0"/>
        </a:spcAft>
        <a:defRPr kumimoji="1" sz="1625">
          <a:solidFill>
            <a:schemeClr val="tx2"/>
          </a:solidFill>
          <a:latin typeface="Arial" panose="020B0604020202020204" pitchFamily="34" charset="0"/>
          <a:ea typeface="ＭＳ Ｐゴシック" panose="020B0600070205080204" pitchFamily="34" charset="-128"/>
        </a:defRPr>
      </a:lvl4pPr>
      <a:lvl5pPr algn="l" rtl="0" fontAlgn="base">
        <a:spcBef>
          <a:spcPct val="0"/>
        </a:spcBef>
        <a:spcAft>
          <a:spcPct val="0"/>
        </a:spcAft>
        <a:defRPr kumimoji="1" sz="1625">
          <a:solidFill>
            <a:schemeClr val="tx2"/>
          </a:solidFill>
          <a:latin typeface="Arial" panose="020B0604020202020204" pitchFamily="34" charset="0"/>
          <a:ea typeface="ＭＳ Ｐゴシック" panose="020B0600070205080204" pitchFamily="34" charset="-128"/>
        </a:defRPr>
      </a:lvl5pPr>
      <a:lvl6pPr marL="371475" algn="l" rtl="0" fontAlgn="base">
        <a:spcBef>
          <a:spcPct val="0"/>
        </a:spcBef>
        <a:spcAft>
          <a:spcPct val="0"/>
        </a:spcAft>
        <a:defRPr kumimoji="1" sz="1625">
          <a:solidFill>
            <a:schemeClr val="tx2"/>
          </a:solidFill>
          <a:latin typeface="Arial" panose="020B0604020202020204" pitchFamily="34" charset="0"/>
          <a:ea typeface="ＭＳ Ｐゴシック" panose="020B0600070205080204" pitchFamily="34" charset="-128"/>
        </a:defRPr>
      </a:lvl6pPr>
      <a:lvl7pPr marL="742950" algn="l" rtl="0" fontAlgn="base">
        <a:spcBef>
          <a:spcPct val="0"/>
        </a:spcBef>
        <a:spcAft>
          <a:spcPct val="0"/>
        </a:spcAft>
        <a:defRPr kumimoji="1" sz="1625">
          <a:solidFill>
            <a:schemeClr val="tx2"/>
          </a:solidFill>
          <a:latin typeface="Arial" panose="020B0604020202020204" pitchFamily="34" charset="0"/>
          <a:ea typeface="ＭＳ Ｐゴシック" panose="020B0600070205080204" pitchFamily="34" charset="-128"/>
        </a:defRPr>
      </a:lvl7pPr>
      <a:lvl8pPr marL="1114425" algn="l" rtl="0" fontAlgn="base">
        <a:spcBef>
          <a:spcPct val="0"/>
        </a:spcBef>
        <a:spcAft>
          <a:spcPct val="0"/>
        </a:spcAft>
        <a:defRPr kumimoji="1" sz="1625">
          <a:solidFill>
            <a:schemeClr val="tx2"/>
          </a:solidFill>
          <a:latin typeface="Arial" panose="020B0604020202020204" pitchFamily="34" charset="0"/>
          <a:ea typeface="ＭＳ Ｐゴシック" panose="020B0600070205080204" pitchFamily="34" charset="-128"/>
        </a:defRPr>
      </a:lvl8pPr>
      <a:lvl9pPr marL="1485900" algn="l" rtl="0" fontAlgn="base">
        <a:spcBef>
          <a:spcPct val="0"/>
        </a:spcBef>
        <a:spcAft>
          <a:spcPct val="0"/>
        </a:spcAft>
        <a:defRPr kumimoji="1" sz="1625">
          <a:solidFill>
            <a:schemeClr val="tx2"/>
          </a:solidFill>
          <a:latin typeface="Arial" panose="020B0604020202020204" pitchFamily="34" charset="0"/>
          <a:ea typeface="ＭＳ Ｐゴシック" panose="020B0600070205080204" pitchFamily="34" charset="-128"/>
        </a:defRPr>
      </a:lvl9pPr>
    </p:titleStyle>
    <p:bodyStyle>
      <a:lvl1pPr marL="278606" indent="-278606" algn="l" rtl="0" fontAlgn="base">
        <a:lnSpc>
          <a:spcPct val="150000"/>
        </a:lnSpc>
        <a:spcBef>
          <a:spcPct val="20000"/>
        </a:spcBef>
        <a:spcAft>
          <a:spcPct val="0"/>
        </a:spcAft>
        <a:buChar char="•"/>
        <a:defRPr kumimoji="1" sz="1625" kern="1200">
          <a:solidFill>
            <a:srgbClr val="5A676E"/>
          </a:solidFill>
          <a:latin typeface="Meiryo" panose="020B0604030504040204" pitchFamily="34" charset="-128"/>
          <a:ea typeface="Meiryo" panose="020B0604030504040204" pitchFamily="34" charset="-128"/>
          <a:cs typeface="+mn-cs"/>
        </a:defRPr>
      </a:lvl1pPr>
      <a:lvl2pPr marL="603647" indent="-232172" algn="l" rtl="0" fontAlgn="base">
        <a:lnSpc>
          <a:spcPct val="150000"/>
        </a:lnSpc>
        <a:spcBef>
          <a:spcPct val="20000"/>
        </a:spcBef>
        <a:spcAft>
          <a:spcPct val="0"/>
        </a:spcAft>
        <a:buChar char="–"/>
        <a:defRPr kumimoji="1" sz="1625" kern="1200">
          <a:solidFill>
            <a:srgbClr val="5A676E"/>
          </a:solidFill>
          <a:latin typeface="Meiryo" panose="020B0604030504040204" pitchFamily="34" charset="-128"/>
          <a:ea typeface="Meiryo" panose="020B0604030504040204" pitchFamily="34" charset="-128"/>
          <a:cs typeface="+mn-cs"/>
        </a:defRPr>
      </a:lvl2pPr>
      <a:lvl3pPr marL="928688" indent="-185738" algn="l" rtl="0" fontAlgn="base">
        <a:lnSpc>
          <a:spcPct val="150000"/>
        </a:lnSpc>
        <a:spcBef>
          <a:spcPct val="20000"/>
        </a:spcBef>
        <a:spcAft>
          <a:spcPct val="0"/>
        </a:spcAft>
        <a:buChar char="•"/>
        <a:defRPr kumimoji="1" sz="1625" kern="1200">
          <a:solidFill>
            <a:srgbClr val="5A676E"/>
          </a:solidFill>
          <a:latin typeface="Meiryo" panose="020B0604030504040204" pitchFamily="34" charset="-128"/>
          <a:ea typeface="Meiryo" panose="020B0604030504040204" pitchFamily="34" charset="-128"/>
          <a:cs typeface="+mn-cs"/>
        </a:defRPr>
      </a:lvl3pPr>
      <a:lvl4pPr marL="1300163" indent="-185738" algn="l" rtl="0" fontAlgn="base">
        <a:lnSpc>
          <a:spcPct val="150000"/>
        </a:lnSpc>
        <a:spcBef>
          <a:spcPct val="20000"/>
        </a:spcBef>
        <a:spcAft>
          <a:spcPct val="0"/>
        </a:spcAft>
        <a:buChar char="–"/>
        <a:defRPr kumimoji="1" sz="1625" kern="1200">
          <a:solidFill>
            <a:srgbClr val="5A676E"/>
          </a:solidFill>
          <a:latin typeface="Meiryo" panose="020B0604030504040204" pitchFamily="34" charset="-128"/>
          <a:ea typeface="Meiryo" panose="020B0604030504040204" pitchFamily="34" charset="-128"/>
          <a:cs typeface="+mn-cs"/>
        </a:defRPr>
      </a:lvl4pPr>
      <a:lvl5pPr marL="1671638" indent="-185738" algn="l" rtl="0" fontAlgn="base">
        <a:lnSpc>
          <a:spcPct val="150000"/>
        </a:lnSpc>
        <a:spcBef>
          <a:spcPct val="20000"/>
        </a:spcBef>
        <a:spcAft>
          <a:spcPct val="0"/>
        </a:spcAft>
        <a:buChar char="»"/>
        <a:defRPr kumimoji="1" sz="1625" kern="1200">
          <a:solidFill>
            <a:srgbClr val="5A676E"/>
          </a:solidFill>
          <a:latin typeface="Meiryo" panose="020B0604030504040204" pitchFamily="34" charset="-128"/>
          <a:ea typeface="Meiryo" panose="020B0604030504040204" pitchFamily="34" charset="-128"/>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kumimoji="1"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kumimoji="1"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kumimoji="1"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kumimoji="1" sz="1463" kern="1200">
          <a:solidFill>
            <a:schemeClr val="tx1"/>
          </a:solidFill>
          <a:latin typeface="+mn-lt"/>
          <a:ea typeface="+mn-ea"/>
          <a:cs typeface="+mn-cs"/>
        </a:defRPr>
      </a:lvl9pPr>
    </p:bodyStyle>
    <p:otherStyle>
      <a:defPPr>
        <a:defRPr lang="ja-JP"/>
      </a:defPPr>
      <a:lvl1pPr marL="0" algn="l" defTabSz="742950" rtl="0" eaLnBrk="1" latinLnBrk="0" hangingPunct="1">
        <a:defRPr kumimoji="1" sz="1463" kern="1200">
          <a:solidFill>
            <a:schemeClr val="tx1"/>
          </a:solidFill>
          <a:latin typeface="+mn-lt"/>
          <a:ea typeface="+mn-ea"/>
          <a:cs typeface="+mn-cs"/>
        </a:defRPr>
      </a:lvl1pPr>
      <a:lvl2pPr marL="371475" algn="l" defTabSz="742950" rtl="0" eaLnBrk="1" latinLnBrk="0" hangingPunct="1">
        <a:defRPr kumimoji="1" sz="1463" kern="1200">
          <a:solidFill>
            <a:schemeClr val="tx1"/>
          </a:solidFill>
          <a:latin typeface="+mn-lt"/>
          <a:ea typeface="+mn-ea"/>
          <a:cs typeface="+mn-cs"/>
        </a:defRPr>
      </a:lvl2pPr>
      <a:lvl3pPr marL="742950" algn="l" defTabSz="742950" rtl="0" eaLnBrk="1" latinLnBrk="0" hangingPunct="1">
        <a:defRPr kumimoji="1" sz="1463" kern="1200">
          <a:solidFill>
            <a:schemeClr val="tx1"/>
          </a:solidFill>
          <a:latin typeface="+mn-lt"/>
          <a:ea typeface="+mn-ea"/>
          <a:cs typeface="+mn-cs"/>
        </a:defRPr>
      </a:lvl3pPr>
      <a:lvl4pPr marL="1114425" algn="l" defTabSz="742950" rtl="0" eaLnBrk="1" latinLnBrk="0" hangingPunct="1">
        <a:defRPr kumimoji="1" sz="1463" kern="1200">
          <a:solidFill>
            <a:schemeClr val="tx1"/>
          </a:solidFill>
          <a:latin typeface="+mn-lt"/>
          <a:ea typeface="+mn-ea"/>
          <a:cs typeface="+mn-cs"/>
        </a:defRPr>
      </a:lvl4pPr>
      <a:lvl5pPr marL="1485900" algn="l" defTabSz="742950" rtl="0" eaLnBrk="1" latinLnBrk="0" hangingPunct="1">
        <a:defRPr kumimoji="1" sz="1463" kern="1200">
          <a:solidFill>
            <a:schemeClr val="tx1"/>
          </a:solidFill>
          <a:latin typeface="+mn-lt"/>
          <a:ea typeface="+mn-ea"/>
          <a:cs typeface="+mn-cs"/>
        </a:defRPr>
      </a:lvl5pPr>
      <a:lvl6pPr marL="1857375" algn="l" defTabSz="742950" rtl="0" eaLnBrk="1" latinLnBrk="0" hangingPunct="1">
        <a:defRPr kumimoji="1" sz="1463" kern="1200">
          <a:solidFill>
            <a:schemeClr val="tx1"/>
          </a:solidFill>
          <a:latin typeface="+mn-lt"/>
          <a:ea typeface="+mn-ea"/>
          <a:cs typeface="+mn-cs"/>
        </a:defRPr>
      </a:lvl6pPr>
      <a:lvl7pPr marL="2228850" algn="l" defTabSz="742950" rtl="0" eaLnBrk="1" latinLnBrk="0" hangingPunct="1">
        <a:defRPr kumimoji="1" sz="1463" kern="1200">
          <a:solidFill>
            <a:schemeClr val="tx1"/>
          </a:solidFill>
          <a:latin typeface="+mn-lt"/>
          <a:ea typeface="+mn-ea"/>
          <a:cs typeface="+mn-cs"/>
        </a:defRPr>
      </a:lvl7pPr>
      <a:lvl8pPr marL="2600325" algn="l" defTabSz="742950" rtl="0" eaLnBrk="1" latinLnBrk="0" hangingPunct="1">
        <a:defRPr kumimoji="1" sz="1463" kern="1200">
          <a:solidFill>
            <a:schemeClr val="tx1"/>
          </a:solidFill>
          <a:latin typeface="+mn-lt"/>
          <a:ea typeface="+mn-ea"/>
          <a:cs typeface="+mn-cs"/>
        </a:defRPr>
      </a:lvl8pPr>
      <a:lvl9pPr marL="2971800" algn="l" defTabSz="742950" rtl="0" eaLnBrk="1" latinLnBrk="0" hangingPunct="1">
        <a:defRPr kumimoji="1" sz="1463"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12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DBF686B6-D11C-4B8F-88CA-0010CBA4698B}"/>
              </a:ext>
            </a:extLst>
          </p:cNvPr>
          <p:cNvGraphicFramePr>
            <a:graphicFrameLocks noChangeAspect="1"/>
          </p:cNvGraphicFramePr>
          <p:nvPr userDrawn="1">
            <p:custDataLst>
              <p:tags r:id="rId7"/>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8" imgW="353" imgH="353" progId="TCLayout.ActiveDocument.1">
                  <p:embed/>
                </p:oleObj>
              </mc:Choice>
              <mc:Fallback>
                <p:oleObj name="think-cellスライド" r:id="rId8" imgW="353" imgH="353" progId="TCLayout.ActiveDocument.1">
                  <p:embed/>
                  <p:pic>
                    <p:nvPicPr>
                      <p:cNvPr id="2" name="オブジェクト 1" hidden="1">
                        <a:extLst>
                          <a:ext uri="{FF2B5EF4-FFF2-40B4-BE49-F238E27FC236}">
                            <a16:creationId xmlns:a16="http://schemas.microsoft.com/office/drawing/2014/main" id="{DBF686B6-D11C-4B8F-88CA-0010CBA4698B}"/>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pic>
        <p:nvPicPr>
          <p:cNvPr id="8" name="Picture 4"/>
          <p:cNvPicPr>
            <a:picLocks noChangeAspect="1" noChangeArrowheads="1"/>
          </p:cNvPicPr>
          <p:nvPr userDrawn="1"/>
        </p:nvPicPr>
        <p:blipFill>
          <a:blip r:embed="rId10" cstate="print"/>
          <a:srcRect/>
          <a:stretch>
            <a:fillRect/>
          </a:stretch>
        </p:blipFill>
        <p:spPr bwMode="auto">
          <a:xfrm>
            <a:off x="9185276" y="44452"/>
            <a:ext cx="595313" cy="504825"/>
          </a:xfrm>
          <a:prstGeom prst="rect">
            <a:avLst/>
          </a:prstGeom>
          <a:noFill/>
          <a:ln w="9525">
            <a:noFill/>
            <a:miter lim="800000"/>
            <a:headEnd/>
            <a:tailEnd/>
          </a:ln>
        </p:spPr>
      </p:pic>
      <p:sp>
        <p:nvSpPr>
          <p:cNvPr id="1026" name="Rectangle 21"/>
          <p:cNvSpPr>
            <a:spLocks noGrp="1" noChangeArrowheads="1"/>
          </p:cNvSpPr>
          <p:nvPr>
            <p:ph type="body" idx="1"/>
          </p:nvPr>
        </p:nvSpPr>
        <p:spPr bwMode="auto">
          <a:xfrm>
            <a:off x="311150" y="598489"/>
            <a:ext cx="9264650" cy="600164"/>
          </a:xfrm>
          <a:prstGeom prst="rect">
            <a:avLst/>
          </a:prstGeom>
          <a:noFill/>
        </p:spPr>
        <p:txBody>
          <a:bodyPr wrap="square">
            <a:spAutoFit/>
          </a:bodyPr>
          <a:lstStyle/>
          <a:p>
            <a:pPr marL="278606" lvl="0" indent="-278606">
              <a:lnSpc>
                <a:spcPct val="90000"/>
              </a:lnSpc>
              <a:spcBef>
                <a:spcPct val="0"/>
              </a:spcBef>
              <a:buFont typeface="Wingdings" panose="05000000000000000000" pitchFamily="2" charset="2"/>
              <a:buChar char="n"/>
            </a:pPr>
            <a:r>
              <a:rPr lang="ja-JP" altLang="en-US"/>
              <a:t>マスタ テキストの書式設定</a:t>
            </a:r>
          </a:p>
          <a:p>
            <a:pPr marL="316012" lvl="1" indent="55464">
              <a:spcBef>
                <a:spcPct val="0"/>
              </a:spcBef>
            </a:pPr>
            <a:r>
              <a:rPr lang="ja-JP" altLang="en-US"/>
              <a:t>Ｘｘｘ</a:t>
            </a:r>
          </a:p>
          <a:p>
            <a:pPr marL="632023" lvl="2" indent="110927">
              <a:spcBef>
                <a:spcPct val="0"/>
              </a:spcBef>
            </a:pPr>
            <a:r>
              <a:rPr lang="ja-JP" altLang="en-US"/>
              <a:t>Ｘｘｘ</a:t>
            </a:r>
          </a:p>
        </p:txBody>
      </p:sp>
      <p:sp>
        <p:nvSpPr>
          <p:cNvPr id="1027" name="Rectangle 22"/>
          <p:cNvSpPr>
            <a:spLocks noGrp="1" noChangeArrowheads="1"/>
          </p:cNvSpPr>
          <p:nvPr>
            <p:ph type="title"/>
          </p:nvPr>
        </p:nvSpPr>
        <p:spPr bwMode="auto">
          <a:xfrm>
            <a:off x="285751" y="104777"/>
            <a:ext cx="8099425" cy="371475"/>
          </a:xfrm>
          <a:prstGeom prst="rect">
            <a:avLst/>
          </a:prstGeom>
          <a:noFill/>
          <a:ln w="9525">
            <a:noFill/>
            <a:miter lim="800000"/>
            <a:headEnd/>
            <a:tailEnd/>
          </a:ln>
        </p:spPr>
        <p:txBody>
          <a:bodyPr wrap="none" lIns="77114" tIns="37880" rIns="77114" bIns="37880" anchor="b"/>
          <a:lstStyle/>
          <a:p>
            <a:pPr lvl="0" algn="l"/>
            <a:r>
              <a:rPr lang="ja-JP" altLang="en-US"/>
              <a:t>マスタ タイトルの書式設定</a:t>
            </a:r>
          </a:p>
        </p:txBody>
      </p:sp>
      <p:sp>
        <p:nvSpPr>
          <p:cNvPr id="1047" name="Line 23"/>
          <p:cNvSpPr>
            <a:spLocks noChangeShapeType="1"/>
          </p:cNvSpPr>
          <p:nvPr/>
        </p:nvSpPr>
        <p:spPr bwMode="auto">
          <a:xfrm>
            <a:off x="87314" y="549275"/>
            <a:ext cx="9705975" cy="0"/>
          </a:xfrm>
          <a:prstGeom prst="line">
            <a:avLst/>
          </a:prstGeom>
          <a:noFill/>
          <a:ln w="28575">
            <a:solidFill>
              <a:srgbClr val="333399"/>
            </a:solidFill>
            <a:round/>
            <a:headEnd/>
            <a:tailEnd/>
          </a:ln>
          <a:effectLst/>
        </p:spPr>
        <p:txBody>
          <a:bodyPr wrap="none" lIns="63314" tIns="31657" rIns="63314" bIns="31657" anchor="ctr"/>
          <a:lstStyle/>
          <a:p>
            <a:pPr algn="ctr" hangingPunct="0">
              <a:lnSpc>
                <a:spcPct val="90000"/>
              </a:lnSpc>
              <a:spcBef>
                <a:spcPct val="20000"/>
              </a:spcBef>
              <a:defRPr/>
            </a:pPr>
            <a:endParaRPr kumimoji="0" lang="ja-JP" altLang="en-US" sz="975">
              <a:solidFill>
                <a:srgbClr val="000000"/>
              </a:solidFill>
              <a:latin typeface="Meiryo UI" panose="020B0604030504040204" pitchFamily="50" charset="-128"/>
              <a:ea typeface="Meiryo UI" panose="020B0604030504040204" pitchFamily="50" charset="-128"/>
            </a:endParaRPr>
          </a:p>
        </p:txBody>
      </p:sp>
      <p:sp>
        <p:nvSpPr>
          <p:cNvPr id="7" name="スライド番号プレースホルダー 2"/>
          <p:cNvSpPr txBox="1">
            <a:spLocks noGrp="1"/>
          </p:cNvSpPr>
          <p:nvPr userDrawn="1"/>
        </p:nvSpPr>
        <p:spPr bwMode="auto">
          <a:xfrm>
            <a:off x="8988425" y="6534152"/>
            <a:ext cx="869950" cy="269875"/>
          </a:xfrm>
          <a:prstGeom prst="rect">
            <a:avLst/>
          </a:prstGeom>
          <a:noFill/>
          <a:ln>
            <a:noFill/>
          </a:ln>
        </p:spPr>
        <p:txBody>
          <a:bodyPr lIns="62655" tIns="30778" rIns="62655" bIns="30778" anchor="b"/>
          <a:lstStyle/>
          <a:p>
            <a:pPr algn="r" eaLnBrk="0" hangingPunct="0">
              <a:lnSpc>
                <a:spcPct val="80000"/>
              </a:lnSpc>
              <a:defRPr/>
            </a:pPr>
            <a:fld id="{D3E6850A-9959-4DD4-BEEF-E3CC6FBCDDE3}" type="slidenum">
              <a:rPr lang="en-US" altLang="ja-JP" sz="731">
                <a:solidFill>
                  <a:srgbClr val="000000"/>
                </a:solidFill>
                <a:latin typeface="Meiryo UI" panose="020B0604030504040204" pitchFamily="50" charset="-128"/>
                <a:ea typeface="Meiryo UI" panose="020B0604030504040204" pitchFamily="50" charset="-128"/>
              </a:rPr>
              <a:pPr algn="r" eaLnBrk="0" hangingPunct="0">
                <a:lnSpc>
                  <a:spcPct val="80000"/>
                </a:lnSpc>
                <a:defRPr/>
              </a:pPr>
              <a:t>‹#›</a:t>
            </a:fld>
            <a:endParaRPr lang="en-US" altLang="ja-JP" sz="731">
              <a:solidFill>
                <a:srgbClr val="000000"/>
              </a:solidFill>
              <a:latin typeface="Meiryo UI" panose="020B0604030504040204" pitchFamily="50" charset="-128"/>
              <a:ea typeface="Meiryo UI" panose="020B0604030504040204" pitchFamily="50" charset="-128"/>
            </a:endParaRPr>
          </a:p>
        </p:txBody>
      </p:sp>
      <p:sp>
        <p:nvSpPr>
          <p:cNvPr id="9" name="フッター プレースホルダ 3"/>
          <p:cNvSpPr txBox="1">
            <a:spLocks/>
          </p:cNvSpPr>
          <p:nvPr userDrawn="1"/>
        </p:nvSpPr>
        <p:spPr bwMode="gray">
          <a:xfrm>
            <a:off x="3175" y="6632575"/>
            <a:ext cx="4770438" cy="176399"/>
          </a:xfrm>
          <a:prstGeom prst="rect">
            <a:avLst/>
          </a:prstGeom>
          <a:noFill/>
          <a:ln w="9525">
            <a:noFill/>
            <a:miter lim="800000"/>
            <a:headEnd/>
            <a:tailEnd/>
          </a:ln>
        </p:spPr>
        <p:txBody>
          <a:bodyPr lIns="63314" tIns="31657" rIns="63314" bIns="31657">
            <a:spAutoFit/>
          </a:bodyPr>
          <a:lstStyle/>
          <a:p>
            <a:pPr marL="237331" indent="-237331" eaLnBrk="0" hangingPunct="0">
              <a:spcBef>
                <a:spcPct val="20000"/>
              </a:spcBef>
              <a:defRPr/>
            </a:pPr>
            <a:r>
              <a:rPr lang="en-US" altLang="ja-JP" sz="731" kern="0">
                <a:solidFill>
                  <a:srgbClr val="000000"/>
                </a:solidFill>
                <a:latin typeface="Arial" pitchFamily="34" charset="0"/>
                <a:ea typeface="ＭＳ Ｐゴシック" pitchFamily="50" charset="-128"/>
              </a:rPr>
              <a:t>Copyright © 2026 AIR WATER INC All Rights Reserved.</a:t>
            </a:r>
          </a:p>
        </p:txBody>
      </p:sp>
    </p:spTree>
    <p:extLst>
      <p:ext uri="{BB962C8B-B14F-4D97-AF65-F5344CB8AC3E}">
        <p14:creationId xmlns:p14="http://schemas.microsoft.com/office/powerpoint/2010/main" val="242789701"/>
      </p:ext>
    </p:extLst>
  </p:cSld>
  <p:clrMap bg1="lt1" tx1="dk1" bg2="lt2" tx2="dk2" accent1="accent1" accent2="accent2" accent3="accent3" accent4="accent4" accent5="accent5" accent6="accent6" hlink="hlink" folHlink="folHlink"/>
  <p:sldLayoutIdLst>
    <p:sldLayoutId id="2147483674" r:id="rId1"/>
    <p:sldLayoutId id="2147483691" r:id="rId2"/>
    <p:sldLayoutId id="2147483675" r:id="rId3"/>
    <p:sldLayoutId id="2147483690" r:id="rId4"/>
    <p:sldLayoutId id="2147483676" r:id="rId5"/>
  </p:sldLayoutIdLst>
  <p:hf hdr="0" dt="0"/>
  <p:txStyles>
    <p:titleStyle>
      <a:lvl1pPr algn="ctr" rtl="0" eaLnBrk="0" fontAlgn="base" hangingPunct="0">
        <a:spcBef>
          <a:spcPct val="0"/>
        </a:spcBef>
        <a:spcAft>
          <a:spcPct val="0"/>
        </a:spcAft>
        <a:defRPr kumimoji="1" lang="ja-JP" altLang="en-US" sz="2280" b="1" kern="1200" smtClean="0">
          <a:solidFill>
            <a:schemeClr val="accent2"/>
          </a:solidFill>
          <a:latin typeface="Meiryo UI" pitchFamily="50" charset="-128"/>
          <a:ea typeface="Meiryo UI" pitchFamily="50" charset="-128"/>
          <a:cs typeface="Meiryo UI" pitchFamily="50" charset="-128"/>
        </a:defRPr>
      </a:lvl1pPr>
      <a:lvl2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2pPr>
      <a:lvl3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3pPr>
      <a:lvl4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4pPr>
      <a:lvl5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5pPr>
      <a:lvl6pPr marL="316571" algn="ctr" rtl="0" fontAlgn="base">
        <a:spcBef>
          <a:spcPct val="0"/>
        </a:spcBef>
        <a:spcAft>
          <a:spcPct val="0"/>
        </a:spcAft>
        <a:defRPr sz="1381">
          <a:solidFill>
            <a:schemeClr val="tx1"/>
          </a:solidFill>
          <a:latin typeface="HGPｺﾞｼｯｸE" pitchFamily="50" charset="-128"/>
          <a:ea typeface="HGPｺﾞｼｯｸE" pitchFamily="50" charset="-128"/>
        </a:defRPr>
      </a:lvl6pPr>
      <a:lvl7pPr marL="633142" algn="ctr" rtl="0" fontAlgn="base">
        <a:spcBef>
          <a:spcPct val="0"/>
        </a:spcBef>
        <a:spcAft>
          <a:spcPct val="0"/>
        </a:spcAft>
        <a:defRPr sz="1381">
          <a:solidFill>
            <a:schemeClr val="tx1"/>
          </a:solidFill>
          <a:latin typeface="HGPｺﾞｼｯｸE" pitchFamily="50" charset="-128"/>
          <a:ea typeface="HGPｺﾞｼｯｸE" pitchFamily="50" charset="-128"/>
        </a:defRPr>
      </a:lvl7pPr>
      <a:lvl8pPr marL="949713" algn="ctr" rtl="0" fontAlgn="base">
        <a:spcBef>
          <a:spcPct val="0"/>
        </a:spcBef>
        <a:spcAft>
          <a:spcPct val="0"/>
        </a:spcAft>
        <a:defRPr sz="1381">
          <a:solidFill>
            <a:schemeClr val="tx1"/>
          </a:solidFill>
          <a:latin typeface="HGPｺﾞｼｯｸE" pitchFamily="50" charset="-128"/>
          <a:ea typeface="HGPｺﾞｼｯｸE" pitchFamily="50" charset="-128"/>
        </a:defRPr>
      </a:lvl8pPr>
      <a:lvl9pPr marL="1266284" algn="ctr" rtl="0" fontAlgn="base">
        <a:spcBef>
          <a:spcPct val="0"/>
        </a:spcBef>
        <a:spcAft>
          <a:spcPct val="0"/>
        </a:spcAft>
        <a:defRPr sz="1381">
          <a:solidFill>
            <a:schemeClr val="tx1"/>
          </a:solidFill>
          <a:latin typeface="HGPｺﾞｼｯｸE" pitchFamily="50" charset="-128"/>
          <a:ea typeface="HGPｺﾞｼｯｸE" pitchFamily="50" charset="-128"/>
        </a:defRPr>
      </a:lvl9pPr>
    </p:titleStyle>
    <p:bodyStyle>
      <a:lvl1pPr marL="237331" indent="-237331" algn="l" rtl="0" eaLnBrk="0" fontAlgn="base" hangingPunct="0">
        <a:spcBef>
          <a:spcPct val="20000"/>
        </a:spcBef>
        <a:spcAft>
          <a:spcPct val="0"/>
        </a:spcAft>
        <a:buChar char="•"/>
        <a:defRPr kumimoji="1" lang="ja-JP" altLang="en-US" sz="1138" b="1" kern="1200" dirty="0" smtClean="0">
          <a:solidFill>
            <a:schemeClr val="accent6"/>
          </a:solidFill>
          <a:latin typeface="Meiryo UI" pitchFamily="50" charset="-128"/>
          <a:ea typeface="Meiryo UI" pitchFamily="50" charset="-128"/>
          <a:cs typeface="Meiryo UI" pitchFamily="50" charset="-128"/>
        </a:defRPr>
      </a:lvl1pPr>
      <a:lvl2pPr marL="527547" indent="-197347" algn="l" rtl="0" eaLnBrk="0" fontAlgn="base" hangingPunct="0">
        <a:spcBef>
          <a:spcPct val="20000"/>
        </a:spcBef>
        <a:spcAft>
          <a:spcPct val="0"/>
        </a:spcAft>
        <a:buChar char="–"/>
        <a:defRPr kumimoji="1" lang="ja-JP" altLang="en-US" sz="1138" b="1" kern="1200" dirty="0" smtClean="0">
          <a:solidFill>
            <a:schemeClr val="accent6"/>
          </a:solidFill>
          <a:latin typeface="Arial" charset="0"/>
          <a:ea typeface="ＭＳ Ｐゴシック" pitchFamily="50" charset="-128"/>
          <a:cs typeface="+mn-cs"/>
        </a:defRPr>
      </a:lvl2pPr>
      <a:lvl3pPr marL="817761" indent="-157361" algn="l" rtl="0" eaLnBrk="0" fontAlgn="base" hangingPunct="0">
        <a:spcBef>
          <a:spcPct val="20000"/>
        </a:spcBef>
        <a:spcAft>
          <a:spcPct val="0"/>
        </a:spcAft>
        <a:buChar char="•"/>
        <a:defRPr kumimoji="1" lang="ja-JP" altLang="en-US" sz="1138" b="1" kern="1200" dirty="0" smtClean="0">
          <a:solidFill>
            <a:schemeClr val="accent6"/>
          </a:solidFill>
          <a:latin typeface="Arial" charset="0"/>
          <a:ea typeface="ＭＳ Ｐゴシック" pitchFamily="50" charset="-128"/>
          <a:cs typeface="+mn-cs"/>
        </a:defRPr>
      </a:lvl3pPr>
      <a:lvl4pPr marL="1107976" indent="-157361" algn="l" rtl="0" eaLnBrk="0" fontAlgn="base" hangingPunct="0">
        <a:spcBef>
          <a:spcPct val="20000"/>
        </a:spcBef>
        <a:spcAft>
          <a:spcPct val="0"/>
        </a:spcAft>
        <a:buChar char="–"/>
        <a:defRPr kumimoji="1" sz="1381">
          <a:solidFill>
            <a:schemeClr val="tx1"/>
          </a:solidFill>
          <a:latin typeface="Arial" charset="0"/>
          <a:ea typeface="ＭＳ Ｐゴシック" pitchFamily="50" charset="-128"/>
        </a:defRPr>
      </a:lvl4pPr>
      <a:lvl5pPr marL="1423988" indent="-157361" algn="l" rtl="0" eaLnBrk="0" fontAlgn="base" hangingPunct="0">
        <a:spcBef>
          <a:spcPct val="20000"/>
        </a:spcBef>
        <a:spcAft>
          <a:spcPct val="0"/>
        </a:spcAft>
        <a:buChar char="»"/>
        <a:defRPr kumimoji="1" sz="1381">
          <a:solidFill>
            <a:schemeClr val="tx1"/>
          </a:solidFill>
          <a:latin typeface="Arial" charset="0"/>
          <a:ea typeface="ＭＳ Ｐゴシック" pitchFamily="50" charset="-128"/>
        </a:defRPr>
      </a:lvl5pPr>
      <a:lvl6pPr marL="1741140" indent="-158286" algn="l" rtl="0" fontAlgn="base">
        <a:spcBef>
          <a:spcPct val="20000"/>
        </a:spcBef>
        <a:spcAft>
          <a:spcPct val="0"/>
        </a:spcAft>
        <a:buChar char="»"/>
        <a:defRPr kumimoji="1" sz="1381">
          <a:solidFill>
            <a:schemeClr val="tx1"/>
          </a:solidFill>
          <a:latin typeface="Arial" charset="0"/>
          <a:ea typeface="MS PGothic" pitchFamily="50" charset="-128"/>
        </a:defRPr>
      </a:lvl6pPr>
      <a:lvl7pPr marL="2057712" indent="-158286" algn="l" rtl="0" fontAlgn="base">
        <a:spcBef>
          <a:spcPct val="20000"/>
        </a:spcBef>
        <a:spcAft>
          <a:spcPct val="0"/>
        </a:spcAft>
        <a:buChar char="»"/>
        <a:defRPr kumimoji="1" sz="1381">
          <a:solidFill>
            <a:schemeClr val="tx1"/>
          </a:solidFill>
          <a:latin typeface="Arial" charset="0"/>
          <a:ea typeface="MS PGothic" pitchFamily="50" charset="-128"/>
        </a:defRPr>
      </a:lvl7pPr>
      <a:lvl8pPr marL="2374283" indent="-158286" algn="l" rtl="0" fontAlgn="base">
        <a:spcBef>
          <a:spcPct val="20000"/>
        </a:spcBef>
        <a:spcAft>
          <a:spcPct val="0"/>
        </a:spcAft>
        <a:buChar char="»"/>
        <a:defRPr kumimoji="1" sz="1381">
          <a:solidFill>
            <a:schemeClr val="tx1"/>
          </a:solidFill>
          <a:latin typeface="Arial" charset="0"/>
          <a:ea typeface="MS PGothic" pitchFamily="50" charset="-128"/>
        </a:defRPr>
      </a:lvl8pPr>
      <a:lvl9pPr marL="2690854" indent="-158286" algn="l" rtl="0" fontAlgn="base">
        <a:spcBef>
          <a:spcPct val="20000"/>
        </a:spcBef>
        <a:spcAft>
          <a:spcPct val="0"/>
        </a:spcAft>
        <a:buChar char="»"/>
        <a:defRPr kumimoji="1" sz="1381">
          <a:solidFill>
            <a:schemeClr val="tx1"/>
          </a:solidFill>
          <a:latin typeface="Arial" charset="0"/>
          <a:ea typeface="MS PGothic" pitchFamily="50" charset="-128"/>
        </a:defRPr>
      </a:lvl9pPr>
    </p:bodyStyle>
    <p:otherStyle>
      <a:defPPr>
        <a:defRPr lang="ja-JP"/>
      </a:defPPr>
      <a:lvl1pPr marL="0" algn="l" defTabSz="633142" rtl="0" eaLnBrk="1" latinLnBrk="0" hangingPunct="1">
        <a:defRPr kumimoji="1" sz="1219" kern="1200">
          <a:solidFill>
            <a:schemeClr val="tx1"/>
          </a:solidFill>
          <a:latin typeface="+mn-lt"/>
          <a:ea typeface="+mn-ea"/>
          <a:cs typeface="+mn-cs"/>
        </a:defRPr>
      </a:lvl1pPr>
      <a:lvl2pPr marL="316571" algn="l" defTabSz="633142" rtl="0" eaLnBrk="1" latinLnBrk="0" hangingPunct="1">
        <a:defRPr kumimoji="1" sz="1219" kern="1200">
          <a:solidFill>
            <a:schemeClr val="tx1"/>
          </a:solidFill>
          <a:latin typeface="+mn-lt"/>
          <a:ea typeface="+mn-ea"/>
          <a:cs typeface="+mn-cs"/>
        </a:defRPr>
      </a:lvl2pPr>
      <a:lvl3pPr marL="633142" algn="l" defTabSz="633142" rtl="0" eaLnBrk="1" latinLnBrk="0" hangingPunct="1">
        <a:defRPr kumimoji="1" sz="1219" kern="1200">
          <a:solidFill>
            <a:schemeClr val="tx1"/>
          </a:solidFill>
          <a:latin typeface="+mn-lt"/>
          <a:ea typeface="+mn-ea"/>
          <a:cs typeface="+mn-cs"/>
        </a:defRPr>
      </a:lvl3pPr>
      <a:lvl4pPr marL="949713" algn="l" defTabSz="633142" rtl="0" eaLnBrk="1" latinLnBrk="0" hangingPunct="1">
        <a:defRPr kumimoji="1" sz="1219" kern="1200">
          <a:solidFill>
            <a:schemeClr val="tx1"/>
          </a:solidFill>
          <a:latin typeface="+mn-lt"/>
          <a:ea typeface="+mn-ea"/>
          <a:cs typeface="+mn-cs"/>
        </a:defRPr>
      </a:lvl4pPr>
      <a:lvl5pPr marL="1266284" algn="l" defTabSz="633142" rtl="0" eaLnBrk="1" latinLnBrk="0" hangingPunct="1">
        <a:defRPr kumimoji="1" sz="1219" kern="1200">
          <a:solidFill>
            <a:schemeClr val="tx1"/>
          </a:solidFill>
          <a:latin typeface="+mn-lt"/>
          <a:ea typeface="+mn-ea"/>
          <a:cs typeface="+mn-cs"/>
        </a:defRPr>
      </a:lvl5pPr>
      <a:lvl6pPr marL="1582855" algn="l" defTabSz="633142" rtl="0" eaLnBrk="1" latinLnBrk="0" hangingPunct="1">
        <a:defRPr kumimoji="1" sz="1219" kern="1200">
          <a:solidFill>
            <a:schemeClr val="tx1"/>
          </a:solidFill>
          <a:latin typeface="+mn-lt"/>
          <a:ea typeface="+mn-ea"/>
          <a:cs typeface="+mn-cs"/>
        </a:defRPr>
      </a:lvl6pPr>
      <a:lvl7pPr marL="1899426" algn="l" defTabSz="633142" rtl="0" eaLnBrk="1" latinLnBrk="0" hangingPunct="1">
        <a:defRPr kumimoji="1" sz="1219" kern="1200">
          <a:solidFill>
            <a:schemeClr val="tx1"/>
          </a:solidFill>
          <a:latin typeface="+mn-lt"/>
          <a:ea typeface="+mn-ea"/>
          <a:cs typeface="+mn-cs"/>
        </a:defRPr>
      </a:lvl7pPr>
      <a:lvl8pPr marL="2215997" algn="l" defTabSz="633142" rtl="0" eaLnBrk="1" latinLnBrk="0" hangingPunct="1">
        <a:defRPr kumimoji="1" sz="1219" kern="1200">
          <a:solidFill>
            <a:schemeClr val="tx1"/>
          </a:solidFill>
          <a:latin typeface="+mn-lt"/>
          <a:ea typeface="+mn-ea"/>
          <a:cs typeface="+mn-cs"/>
        </a:defRPr>
      </a:lvl8pPr>
      <a:lvl9pPr marL="2532568" algn="l" defTabSz="633142" rtl="0" eaLnBrk="1" latinLnBrk="0" hangingPunct="1">
        <a:defRPr kumimoji="1" sz="1219"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12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15" name="think-cell data - do not delete" hidden="1">
            <a:extLst>
              <a:ext uri="{FF2B5EF4-FFF2-40B4-BE49-F238E27FC236}">
                <a16:creationId xmlns:a16="http://schemas.microsoft.com/office/drawing/2014/main" id="{A7C5AD8E-58FC-29EC-E2EF-0AC1127CFCAE}"/>
              </a:ext>
            </a:extLst>
          </p:cNvPr>
          <p:cNvGraphicFramePr>
            <a:graphicFrameLocks noChangeAspect="1"/>
          </p:cNvGraphicFramePr>
          <p:nvPr userDrawn="1">
            <p:custDataLst>
              <p:tags r:id="rId13"/>
            </p:custDataLst>
            <p:extLst>
              <p:ext uri="{D42A27DB-BD31-4B8C-83A1-F6EECF244321}">
                <p14:modId xmlns:p14="http://schemas.microsoft.com/office/powerpoint/2010/main" val="11501175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14" imgW="639" imgH="639" progId="TCLayout.ActiveDocument.1">
                  <p:embed/>
                </p:oleObj>
              </mc:Choice>
              <mc:Fallback>
                <p:oleObj name="think-cellスライド" r:id="rId14" imgW="639" imgH="639" progId="TCLayout.ActiveDocument.1">
                  <p:embed/>
                  <p:pic>
                    <p:nvPicPr>
                      <p:cNvPr id="15" name="think-cell data - do not delete" hidden="1">
                        <a:extLst>
                          <a:ext uri="{FF2B5EF4-FFF2-40B4-BE49-F238E27FC236}">
                            <a16:creationId xmlns:a16="http://schemas.microsoft.com/office/drawing/2014/main" id="{A7C5AD8E-58FC-29EC-E2EF-0AC1127CFCAE}"/>
                          </a:ext>
                        </a:extLst>
                      </p:cNvPr>
                      <p:cNvPicPr/>
                      <p:nvPr/>
                    </p:nvPicPr>
                    <p:blipFill>
                      <a:blip r:embed="rId15"/>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681038" y="365127"/>
            <a:ext cx="8543925" cy="1325563"/>
          </a:xfrm>
          <a:prstGeom prst="rect">
            <a:avLst/>
          </a:prstGeom>
        </p:spPr>
        <p:txBody>
          <a:bodyPr vert="horz" lIns="91440" tIns="45720" rIns="91440" bIns="45720" rtlCol="0" anchor="ctr">
            <a:normAutofit/>
          </a:bodyPr>
          <a:lstStyle/>
          <a:p>
            <a:r>
              <a:rPr lang="ja-JP" altLang="en-US"/>
              <a:t>マスター タイトルの書式設定</a:t>
            </a:r>
            <a:endParaRPr lang="en-US"/>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2"/>
          </p:nvPr>
        </p:nvSpPr>
        <p:spPr>
          <a:xfrm>
            <a:off x="681038" y="6356352"/>
            <a:ext cx="222885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4/9/2026</a:t>
            </a:fld>
            <a:endParaRPr lang="en-US"/>
          </a:p>
        </p:txBody>
      </p:sp>
      <p:sp>
        <p:nvSpPr>
          <p:cNvPr id="5" name="Footer Placeholder 4"/>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996113" y="6356352"/>
            <a:ext cx="222885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a:p>
        </p:txBody>
      </p:sp>
      <p:sp>
        <p:nvSpPr>
          <p:cNvPr id="7" name="フッター プレースホルダ 3">
            <a:extLst>
              <a:ext uri="{FF2B5EF4-FFF2-40B4-BE49-F238E27FC236}">
                <a16:creationId xmlns:a16="http://schemas.microsoft.com/office/drawing/2014/main" id="{0613FEA2-42F3-4C42-AABC-754EE3A55014}"/>
              </a:ext>
            </a:extLst>
          </p:cNvPr>
          <p:cNvSpPr txBox="1">
            <a:spLocks/>
          </p:cNvSpPr>
          <p:nvPr userDrawn="1"/>
        </p:nvSpPr>
        <p:spPr bwMode="gray">
          <a:xfrm>
            <a:off x="3175" y="6632575"/>
            <a:ext cx="4770438" cy="176399"/>
          </a:xfrm>
          <a:prstGeom prst="rect">
            <a:avLst/>
          </a:prstGeom>
          <a:noFill/>
          <a:ln w="9525">
            <a:noFill/>
            <a:miter lim="800000"/>
            <a:headEnd/>
            <a:tailEnd/>
          </a:ln>
        </p:spPr>
        <p:txBody>
          <a:bodyPr lIns="63314" tIns="31657" rIns="63314" bIns="31657">
            <a:spAutoFit/>
          </a:bodyPr>
          <a:lstStyle/>
          <a:p>
            <a:pPr marL="237331" indent="-237331" eaLnBrk="0" hangingPunct="0">
              <a:spcBef>
                <a:spcPct val="20000"/>
              </a:spcBef>
              <a:defRPr/>
            </a:pPr>
            <a:r>
              <a:rPr lang="en-US" altLang="ja-JP" sz="731" kern="0">
                <a:solidFill>
                  <a:srgbClr val="000000"/>
                </a:solidFill>
                <a:latin typeface="Arial" pitchFamily="34" charset="0"/>
                <a:ea typeface="ＭＳ Ｐゴシック" pitchFamily="50" charset="-128"/>
              </a:rPr>
              <a:t>Copyright © 2026 AIR WATER INC All Rights Reserved.</a:t>
            </a:r>
          </a:p>
        </p:txBody>
      </p:sp>
    </p:spTree>
    <p:extLst>
      <p:ext uri="{BB962C8B-B14F-4D97-AF65-F5344CB8AC3E}">
        <p14:creationId xmlns:p14="http://schemas.microsoft.com/office/powerpoint/2010/main" val="2142325109"/>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hf hdr="0" ftr="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12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6.xml"/><Relationship Id="rId1" Type="http://schemas.openxmlformats.org/officeDocument/2006/relationships/tags" Target="../tags/tag4.xml"/><Relationship Id="rId5" Type="http://schemas.openxmlformats.org/officeDocument/2006/relationships/image" Target="../media/image2.emf"/><Relationship Id="rId4" Type="http://schemas.openxmlformats.org/officeDocument/2006/relationships/oleObject" Target="../embeddings/oleObject4.bin"/></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6.xml"/><Relationship Id="rId1" Type="http://schemas.openxmlformats.org/officeDocument/2006/relationships/tags" Target="../tags/tag5.xml"/><Relationship Id="rId5" Type="http://schemas.openxmlformats.org/officeDocument/2006/relationships/image" Target="../media/image1.emf"/><Relationship Id="rId4" Type="http://schemas.openxmlformats.org/officeDocument/2006/relationships/oleObject" Target="../embeddings/oleObject5.bin"/></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6.xml"/><Relationship Id="rId1" Type="http://schemas.openxmlformats.org/officeDocument/2006/relationships/tags" Target="../tags/tag6.xml"/><Relationship Id="rId5" Type="http://schemas.openxmlformats.org/officeDocument/2006/relationships/image" Target="../media/image2.emf"/><Relationship Id="rId4" Type="http://schemas.openxmlformats.org/officeDocument/2006/relationships/oleObject" Target="../embeddings/oleObject4.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ChangeArrowheads="1"/>
          </p:cNvSpPr>
          <p:nvPr/>
        </p:nvSpPr>
        <p:spPr bwMode="auto">
          <a:xfrm>
            <a:off x="1144588" y="1971835"/>
            <a:ext cx="7864475" cy="1958975"/>
          </a:xfrm>
          <a:prstGeom prst="rect">
            <a:avLst/>
          </a:prstGeom>
          <a:noFill/>
          <a:ln w="38100" cmpd="dbl">
            <a:solidFill>
              <a:schemeClr val="tx1"/>
            </a:solidFill>
            <a:miter lim="800000"/>
            <a:headEnd/>
            <a:tailEnd/>
          </a:ln>
        </p:spPr>
        <p:txBody>
          <a:bodyPr lIns="78466" tIns="39234" rIns="78466" bIns="39234" anchor="ctr" anchorCtr="1"/>
          <a:lstStyle/>
          <a:p>
            <a:pPr algn="ctr" eaLnBrk="0" hangingPunct="0"/>
            <a:r>
              <a:rPr lang="en-US" altLang="ja-JP" sz="2600" dirty="0"/>
              <a:t>Guidelines for</a:t>
            </a:r>
            <a:br>
              <a:rPr lang="en-US" altLang="ja-JP" sz="2600" dirty="0"/>
            </a:br>
            <a:r>
              <a:rPr lang="en-US" altLang="ja-JP" sz="2600" dirty="0"/>
              <a:t> PPE(Property, Plant and Equipment ) </a:t>
            </a:r>
            <a:br>
              <a:rPr lang="en-US" altLang="ja-JP" sz="2600" dirty="0"/>
            </a:br>
            <a:r>
              <a:rPr lang="en-US" altLang="ja-JP" sz="2600" dirty="0"/>
              <a:t>explanatory material </a:t>
            </a:r>
          </a:p>
        </p:txBody>
      </p:sp>
      <p:sp>
        <p:nvSpPr>
          <p:cNvPr id="8" name="Rectangle 4"/>
          <p:cNvSpPr>
            <a:spLocks noChangeArrowheads="1"/>
          </p:cNvSpPr>
          <p:nvPr/>
        </p:nvSpPr>
        <p:spPr bwMode="auto">
          <a:xfrm>
            <a:off x="1354138" y="4180111"/>
            <a:ext cx="7162800" cy="1481137"/>
          </a:xfrm>
          <a:prstGeom prst="rect">
            <a:avLst/>
          </a:prstGeom>
          <a:noFill/>
          <a:ln w="9525">
            <a:noFill/>
            <a:miter lim="800000"/>
            <a:headEnd/>
            <a:tailEnd/>
          </a:ln>
        </p:spPr>
        <p:txBody>
          <a:bodyPr lIns="77925" tIns="38963" rIns="77925" bIns="38963"/>
          <a:lstStyle/>
          <a:p>
            <a:pPr algn="ctr" eaLnBrk="0" hangingPunct="0">
              <a:lnSpc>
                <a:spcPct val="80000"/>
              </a:lnSpc>
              <a:spcBef>
                <a:spcPct val="20000"/>
              </a:spcBef>
            </a:pPr>
            <a:endParaRPr kumimoji="1" lang="en-US" altLang="ja-JP" sz="1800" b="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a:p>
            <a:pPr algn="ctr" eaLnBrk="0" hangingPunct="0">
              <a:lnSpc>
                <a:spcPct val="80000"/>
              </a:lnSpc>
              <a:spcBef>
                <a:spcPct val="20000"/>
              </a:spcBef>
            </a:pPr>
            <a:r>
              <a:rPr kumimoji="1" lang="en-US" altLang="ja-JP" sz="1800" b="0">
                <a:solidFill>
                  <a:srgbClr val="000000"/>
                </a:solidFill>
                <a:latin typeface="Meiryo UI" panose="020B0604030504040204" pitchFamily="50" charset="-128"/>
                <a:ea typeface="Meiryo UI" panose="020B0604030504040204" pitchFamily="50" charset="-128"/>
                <a:cs typeface="Meiryo UI" panose="020B0604030504040204" pitchFamily="50" charset="-128"/>
              </a:rPr>
              <a:t>2026/4/9</a:t>
            </a:r>
            <a:endParaRPr kumimoji="1" lang="en-US" altLang="ja-JP" sz="1800" b="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a:p>
            <a:pPr algn="ctr" eaLnBrk="0" hangingPunct="0">
              <a:lnSpc>
                <a:spcPct val="80000"/>
              </a:lnSpc>
              <a:spcBef>
                <a:spcPct val="20000"/>
              </a:spcBef>
            </a:pPr>
            <a:r>
              <a:rPr lang="en-US" altLang="ja-JP" sz="18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AIR WATER INC.</a:t>
            </a:r>
          </a:p>
          <a:p>
            <a:pPr algn="ctr" eaLnBrk="0" hangingPunct="0">
              <a:lnSpc>
                <a:spcPct val="80000"/>
              </a:lnSpc>
              <a:spcBef>
                <a:spcPct val="20000"/>
              </a:spcBef>
            </a:pPr>
            <a:r>
              <a:rPr lang="en-US" altLang="ja-JP" sz="18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Accounting Office</a:t>
            </a:r>
          </a:p>
          <a:p>
            <a:pPr algn="ctr" eaLnBrk="0" hangingPunct="0">
              <a:lnSpc>
                <a:spcPct val="80000"/>
              </a:lnSpc>
              <a:spcBef>
                <a:spcPct val="20000"/>
              </a:spcBef>
            </a:pPr>
            <a:endParaRPr lang="en-US" altLang="ja-JP" sz="18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a:p>
            <a:pPr algn="ctr" eaLnBrk="0" hangingPunct="0">
              <a:lnSpc>
                <a:spcPct val="80000"/>
              </a:lnSpc>
              <a:spcBef>
                <a:spcPct val="20000"/>
              </a:spcBef>
            </a:pPr>
            <a:endParaRPr kumimoji="1" lang="en-US" altLang="ja-JP" sz="1800" b="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37804476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A6695-7103-8936-BE98-71E7BE4B4D2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B9C8265-28A8-1B39-51EB-60B17C0F191A}"/>
              </a:ext>
            </a:extLst>
          </p:cNvPr>
          <p:cNvSpPr>
            <a:spLocks noGrp="1"/>
          </p:cNvSpPr>
          <p:nvPr>
            <p:ph type="title"/>
          </p:nvPr>
        </p:nvSpPr>
        <p:spPr/>
        <p:txBody>
          <a:bodyPr/>
          <a:lstStyle/>
          <a:p>
            <a:r>
              <a:rPr lang="en-US" altLang="ja-JP">
                <a:solidFill>
                  <a:schemeClr val="tx1"/>
                </a:solidFill>
              </a:rPr>
              <a:t>Contents</a:t>
            </a:r>
            <a:endParaRPr kumimoji="1" lang="ja-JP" altLang="en-US" b="1">
              <a:solidFill>
                <a:schemeClr val="tx1"/>
              </a:solidFill>
            </a:endParaRPr>
          </a:p>
        </p:txBody>
      </p:sp>
      <p:graphicFrame>
        <p:nvGraphicFramePr>
          <p:cNvPr id="6" name="コンテンツ プレースホルダー 2">
            <a:extLst>
              <a:ext uri="{FF2B5EF4-FFF2-40B4-BE49-F238E27FC236}">
                <a16:creationId xmlns:a16="http://schemas.microsoft.com/office/drawing/2014/main" id="{FBFA69FE-C282-5EBE-3241-E073ACBA3070}"/>
              </a:ext>
            </a:extLst>
          </p:cNvPr>
          <p:cNvGraphicFramePr>
            <a:graphicFrameLocks/>
          </p:cNvGraphicFramePr>
          <p:nvPr>
            <p:extLst>
              <p:ext uri="{D42A27DB-BD31-4B8C-83A1-F6EECF244321}">
                <p14:modId xmlns:p14="http://schemas.microsoft.com/office/powerpoint/2010/main" val="1581956264"/>
              </p:ext>
            </p:extLst>
          </p:nvPr>
        </p:nvGraphicFramePr>
        <p:xfrm>
          <a:off x="408201" y="1035745"/>
          <a:ext cx="6747374" cy="2847080"/>
        </p:xfrm>
        <a:graphic>
          <a:graphicData uri="http://schemas.openxmlformats.org/drawingml/2006/table">
            <a:tbl>
              <a:tblPr firstRow="1" bandRow="1">
                <a:tableStyleId>{21E4AEA4-8DFA-4A89-87EB-49C32662AFE0}</a:tableStyleId>
              </a:tblPr>
              <a:tblGrid>
                <a:gridCol w="361654">
                  <a:extLst>
                    <a:ext uri="{9D8B030D-6E8A-4147-A177-3AD203B41FA5}">
                      <a16:colId xmlns:a16="http://schemas.microsoft.com/office/drawing/2014/main" val="3150705543"/>
                    </a:ext>
                  </a:extLst>
                </a:gridCol>
                <a:gridCol w="4886227">
                  <a:extLst>
                    <a:ext uri="{9D8B030D-6E8A-4147-A177-3AD203B41FA5}">
                      <a16:colId xmlns:a16="http://schemas.microsoft.com/office/drawing/2014/main" val="20000"/>
                    </a:ext>
                  </a:extLst>
                </a:gridCol>
                <a:gridCol w="1499493">
                  <a:extLst>
                    <a:ext uri="{9D8B030D-6E8A-4147-A177-3AD203B41FA5}">
                      <a16:colId xmlns:a16="http://schemas.microsoft.com/office/drawing/2014/main" val="1559501836"/>
                    </a:ext>
                  </a:extLst>
                </a:gridCol>
              </a:tblGrid>
              <a:tr h="569416">
                <a:tc>
                  <a:txBody>
                    <a:body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1" lang="en-US" altLang="ja-JP" sz="1400" b="0">
                          <a:solidFill>
                            <a:sysClr val="windowText" lastClr="000000"/>
                          </a:solidFill>
                          <a:latin typeface="Meiryo UI" panose="020B0604030504040204" pitchFamily="50" charset="-128"/>
                          <a:ea typeface="Meiryo UI" panose="020B0604030504040204" pitchFamily="50" charset="-128"/>
                          <a:cs typeface="Meiryo UI" panose="020B0604030504040204" pitchFamily="50" charset="-128"/>
                        </a:rPr>
                        <a:t>1</a:t>
                      </a: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1" lang="en-US" altLang="ja-JP" sz="1400" b="0" strike="noStrike" kern="1200">
                          <a:solidFill>
                            <a:sysClr val="windowText" lastClr="000000"/>
                          </a:solidFill>
                          <a:latin typeface="Meiryo UI" panose="020B0604030504040204" pitchFamily="50" charset="-128"/>
                          <a:ea typeface="Meiryo UI" panose="020B0604030504040204" pitchFamily="50" charset="-128"/>
                          <a:cs typeface="Meiryo UI" panose="020B0604030504040204" pitchFamily="50" charset="-128"/>
                        </a:rPr>
                        <a:t>Purpose and Objectives</a:t>
                      </a: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ja-JP" sz="1400" b="0" strike="noStrike">
                          <a:solidFill>
                            <a:sysClr val="windowText" lastClr="000000"/>
                          </a:solidFill>
                          <a:latin typeface="Meiryo UI" panose="020B0604030504040204" pitchFamily="50" charset="-128"/>
                          <a:ea typeface="Meiryo UI" panose="020B0604030504040204" pitchFamily="50" charset="-128"/>
                          <a:cs typeface="Meiryo UI" panose="020B0604030504040204" pitchFamily="50" charset="-128"/>
                        </a:rPr>
                        <a:t>3</a:t>
                      </a: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730705"/>
                  </a:ext>
                </a:extLst>
              </a:tr>
              <a:tr h="569416">
                <a:tc>
                  <a:txBody>
                    <a:body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1" lang="en-US" altLang="ja-JP" sz="1400" b="0">
                          <a:solidFill>
                            <a:sysClr val="windowText" lastClr="000000"/>
                          </a:solidFill>
                          <a:latin typeface="Meiryo UI" panose="020B0604030504040204" pitchFamily="50" charset="-128"/>
                          <a:ea typeface="Meiryo UI" panose="020B0604030504040204" pitchFamily="50" charset="-128"/>
                          <a:cs typeface="Meiryo UI" panose="020B0604030504040204" pitchFamily="50" charset="-128"/>
                        </a:rPr>
                        <a:t>2</a:t>
                      </a: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1" lang="en-US" altLang="ja-JP" sz="1400" b="0" strike="noStrike" kern="1200">
                          <a:solidFill>
                            <a:sysClr val="windowText" lastClr="000000"/>
                          </a:solidFill>
                          <a:latin typeface="Meiryo UI" panose="020B0604030504040204" pitchFamily="50" charset="-128"/>
                          <a:ea typeface="Meiryo UI" panose="020B0604030504040204" pitchFamily="50" charset="-128"/>
                          <a:cs typeface="Meiryo UI" panose="020B0604030504040204" pitchFamily="50" charset="-128"/>
                        </a:rPr>
                        <a:t>Organization and Roles</a:t>
                      </a: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33142"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ysClr val="windowText" lastClr="000000"/>
                          </a:solidFill>
                          <a:effectLst/>
                          <a:uLnTx/>
                          <a:uFillTx/>
                          <a:latin typeface="Meiryo UI" panose="020B0604030504040204" pitchFamily="50" charset="-128"/>
                          <a:ea typeface="Meiryo UI" panose="020B0604030504040204" pitchFamily="50" charset="-128"/>
                          <a:cs typeface="Meiryo UI" panose="020B0604030504040204" pitchFamily="50" charset="-128"/>
                        </a:rPr>
                        <a:t>4</a:t>
                      </a: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569416">
                <a:tc>
                  <a:txBody>
                    <a:body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1" lang="en-US" altLang="ja-JP" sz="1400" b="0" kern="1200">
                          <a:solidFill>
                            <a:sysClr val="windowText" lastClr="000000"/>
                          </a:solidFill>
                          <a:effectLst/>
                          <a:latin typeface="Meiryo UI" panose="020B0604030504040204" pitchFamily="50" charset="-128"/>
                          <a:ea typeface="Meiryo UI" panose="020B0604030504040204" pitchFamily="50" charset="-128"/>
                          <a:cs typeface="Meiryo UI" panose="020B0604030504040204" pitchFamily="50" charset="-128"/>
                        </a:rPr>
                        <a:t>3</a:t>
                      </a:r>
                      <a:endParaRPr kumimoji="1" lang="ja-JP" altLang="ja-JP" sz="1400" b="0" kern="1200">
                        <a:solidFill>
                          <a:sysClr val="windowText" lastClr="000000"/>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1" lang="en-US" altLang="ja-JP" sz="1400" b="0" strike="noStrike" kern="1200">
                          <a:solidFill>
                            <a:sysClr val="windowText" lastClr="000000"/>
                          </a:solidFill>
                          <a:effectLst/>
                          <a:latin typeface="Meiryo UI" panose="020B0604030504040204" pitchFamily="50" charset="-128"/>
                          <a:ea typeface="Meiryo UI" panose="020B0604030504040204" pitchFamily="50" charset="-128"/>
                          <a:cs typeface="Meiryo UI" panose="020B0604030504040204" pitchFamily="50" charset="-128"/>
                        </a:rPr>
                        <a:t>PPE Physical Inspection – Procedures</a:t>
                      </a: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33142"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ysClr val="windowText" lastClr="000000"/>
                          </a:solidFill>
                          <a:effectLst/>
                          <a:uLnTx/>
                          <a:uFillTx/>
                          <a:latin typeface="Meiryo UI" panose="020B0604030504040204" pitchFamily="50" charset="-128"/>
                          <a:ea typeface="Meiryo UI" panose="020B0604030504040204" pitchFamily="50" charset="-128"/>
                          <a:cs typeface="Meiryo UI" panose="020B0604030504040204" pitchFamily="50" charset="-128"/>
                        </a:rPr>
                        <a:t>6</a:t>
                      </a: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569416">
                <a:tc>
                  <a:txBody>
                    <a:body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1" lang="en-US" altLang="ja-JP" sz="1400" b="0" kern="1200">
                          <a:solidFill>
                            <a:sysClr val="windowText" lastClr="000000"/>
                          </a:solidFill>
                          <a:effectLst/>
                          <a:latin typeface="Meiryo UI" panose="020B0604030504040204" pitchFamily="50" charset="-128"/>
                          <a:ea typeface="Meiryo UI" panose="020B0604030504040204" pitchFamily="50" charset="-128"/>
                          <a:cs typeface="Meiryo UI" panose="020B0604030504040204" pitchFamily="50" charset="-128"/>
                        </a:rPr>
                        <a:t>4</a:t>
                      </a:r>
                      <a:endParaRPr kumimoji="1" lang="ja-JP" altLang="ja-JP" sz="1400" b="0" kern="1200">
                        <a:solidFill>
                          <a:sysClr val="windowText" lastClr="000000"/>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1" lang="en-US" altLang="ja-JP" sz="1400" b="0" strike="noStrike" kern="1200">
                          <a:solidFill>
                            <a:sysClr val="windowText" lastClr="000000"/>
                          </a:solidFill>
                          <a:effectLst/>
                          <a:latin typeface="Meiryo UI" panose="020B0604030504040204" pitchFamily="50" charset="-128"/>
                          <a:ea typeface="Meiryo UI" panose="020B0604030504040204" pitchFamily="50" charset="-128"/>
                          <a:cs typeface="Meiryo UI" panose="020B0604030504040204" pitchFamily="50" charset="-128"/>
                        </a:rPr>
                        <a:t>Contact Information</a:t>
                      </a:r>
                      <a:endParaRPr kumimoji="1" lang="ja-JP" altLang="ja-JP" sz="1400" b="0" strike="noStrike" kern="1200">
                        <a:solidFill>
                          <a:sysClr val="windowText" lastClr="000000"/>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33142"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ysClr val="windowText" lastClr="000000"/>
                          </a:solidFill>
                          <a:effectLst/>
                          <a:uLnTx/>
                          <a:uFillTx/>
                          <a:latin typeface="Meiryo UI" panose="020B0604030504040204" pitchFamily="50" charset="-128"/>
                          <a:ea typeface="Meiryo UI" panose="020B0604030504040204" pitchFamily="50" charset="-128"/>
                          <a:cs typeface="Meiryo UI" panose="020B0604030504040204" pitchFamily="50" charset="-128"/>
                        </a:rPr>
                        <a:t>16</a:t>
                      </a: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05446544"/>
                  </a:ext>
                </a:extLst>
              </a:tr>
              <a:tr h="569416">
                <a:tc>
                  <a:txBody>
                    <a:bodyPr/>
                    <a:lstStyle/>
                    <a:p>
                      <a:pPr marL="0" marR="0" lvl="0" indent="0" algn="ctr" defTabSz="457200" rtl="0" eaLnBrk="1" fontAlgn="base" latinLnBrk="0" hangingPunct="1">
                        <a:lnSpc>
                          <a:spcPct val="100000"/>
                        </a:lnSpc>
                        <a:spcBef>
                          <a:spcPct val="0"/>
                        </a:spcBef>
                        <a:spcAft>
                          <a:spcPct val="0"/>
                        </a:spcAft>
                        <a:buClrTx/>
                        <a:buSzTx/>
                        <a:buFontTx/>
                        <a:buNone/>
                        <a:tabLst/>
                        <a:defRPr/>
                      </a:pPr>
                      <a:endParaRPr kumimoji="1" lang="ja-JP" altLang="ja-JP" sz="1400" b="0" kern="1200">
                        <a:solidFill>
                          <a:sysClr val="windowText" lastClr="000000"/>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defRPr/>
                      </a:pPr>
                      <a:endParaRPr kumimoji="1" lang="en-US" altLang="ja-JP" sz="1400" b="0" strike="noStrike" kern="1200">
                        <a:solidFill>
                          <a:sysClr val="windowText" lastClr="000000"/>
                        </a:solidFill>
                        <a:effectLst/>
                        <a:highlight>
                          <a:srgbClr val="FFFF00"/>
                        </a:highlight>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33142" rtl="0" eaLnBrk="1" fontAlgn="auto" latinLnBrk="0" hangingPunct="1">
                        <a:lnSpc>
                          <a:spcPct val="100000"/>
                        </a:lnSpc>
                        <a:spcBef>
                          <a:spcPts val="0"/>
                        </a:spcBef>
                        <a:spcAft>
                          <a:spcPts val="0"/>
                        </a:spcAft>
                        <a:buClrTx/>
                        <a:buSzTx/>
                        <a:buFontTx/>
                        <a:buNone/>
                        <a:tabLst/>
                        <a:defRPr/>
                      </a:pPr>
                      <a:endParaRPr kumimoji="1" lang="en-US" altLang="ja-JP" sz="1400" b="0" i="0" u="none" strike="noStrike" kern="1200" cap="none" spc="0" normalizeH="0" baseline="0" noProof="0" dirty="0">
                        <a:ln>
                          <a:noFill/>
                        </a:ln>
                        <a:solidFill>
                          <a:sysClr val="windowText" lastClr="000000"/>
                        </a:solidFill>
                        <a:effectLst/>
                        <a:highlight>
                          <a:srgbClr val="FFFF00"/>
                        </a:highlight>
                        <a:uLnTx/>
                        <a:uFillTx/>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6800317"/>
                  </a:ext>
                </a:extLst>
              </a:tr>
            </a:tbl>
          </a:graphicData>
        </a:graphic>
      </p:graphicFrame>
    </p:spTree>
    <p:extLst>
      <p:ext uri="{BB962C8B-B14F-4D97-AF65-F5344CB8AC3E}">
        <p14:creationId xmlns:p14="http://schemas.microsoft.com/office/powerpoint/2010/main" val="6343069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オブジェクト 16" hidden="1">
            <a:extLst>
              <a:ext uri="{FF2B5EF4-FFF2-40B4-BE49-F238E27FC236}">
                <a16:creationId xmlns:a16="http://schemas.microsoft.com/office/drawing/2014/main" id="{4AA8D760-E523-4870-BFCE-6BE552036A9B}"/>
              </a:ext>
            </a:extLst>
          </p:cNvPr>
          <p:cNvGraphicFramePr>
            <a:graphicFrameLocks noChangeAspect="1"/>
          </p:cNvGraphicFramePr>
          <p:nvPr>
            <p:custDataLst>
              <p:tags r:id="rId1"/>
            </p:custDataLst>
          </p:nvPr>
        </p:nvGraphicFramePr>
        <p:xfrm>
          <a:off x="929978" y="644228"/>
          <a:ext cx="1290" cy="1290"/>
        </p:xfrm>
        <a:graphic>
          <a:graphicData uri="http://schemas.openxmlformats.org/presentationml/2006/ole">
            <mc:AlternateContent xmlns:mc="http://schemas.openxmlformats.org/markup-compatibility/2006">
              <mc:Choice xmlns:v="urn:schemas-microsoft-com:vml" Requires="v">
                <p:oleObj name="think-cellスライド" r:id="rId4" imgW="353" imgH="353" progId="TCLayout.ActiveDocument.1">
                  <p:embed/>
                </p:oleObj>
              </mc:Choice>
              <mc:Fallback>
                <p:oleObj name="think-cellスライド" r:id="rId4" imgW="353" imgH="353" progId="TCLayout.ActiveDocument.1">
                  <p:embed/>
                  <p:pic>
                    <p:nvPicPr>
                      <p:cNvPr id="17" name="オブジェクト 16" hidden="1">
                        <a:extLst>
                          <a:ext uri="{FF2B5EF4-FFF2-40B4-BE49-F238E27FC236}">
                            <a16:creationId xmlns:a16="http://schemas.microsoft.com/office/drawing/2014/main" id="{4AA8D760-E523-4870-BFCE-6BE552036A9B}"/>
                          </a:ext>
                        </a:extLst>
                      </p:cNvPr>
                      <p:cNvPicPr/>
                      <p:nvPr/>
                    </p:nvPicPr>
                    <p:blipFill>
                      <a:blip r:embed="rId5"/>
                      <a:stretch>
                        <a:fillRect/>
                      </a:stretch>
                    </p:blipFill>
                    <p:spPr>
                      <a:xfrm>
                        <a:off x="929978" y="644228"/>
                        <a:ext cx="1290" cy="1290"/>
                      </a:xfrm>
                      <a:prstGeom prst="rect">
                        <a:avLst/>
                      </a:prstGeom>
                    </p:spPr>
                  </p:pic>
                </p:oleObj>
              </mc:Fallback>
            </mc:AlternateContent>
          </a:graphicData>
        </a:graphic>
      </p:graphicFrame>
      <p:sp>
        <p:nvSpPr>
          <p:cNvPr id="11" name="タイトル 1">
            <a:extLst>
              <a:ext uri="{FF2B5EF4-FFF2-40B4-BE49-F238E27FC236}">
                <a16:creationId xmlns:a16="http://schemas.microsoft.com/office/drawing/2014/main" id="{1EA5B9C4-0B9D-491A-931B-B3715A51400A}"/>
              </a:ext>
            </a:extLst>
          </p:cNvPr>
          <p:cNvSpPr txBox="1">
            <a:spLocks/>
          </p:cNvSpPr>
          <p:nvPr/>
        </p:nvSpPr>
        <p:spPr>
          <a:xfrm>
            <a:off x="163350" y="95256"/>
            <a:ext cx="6581229" cy="460263"/>
          </a:xfrm>
          <a:prstGeom prst="rect">
            <a:avLst/>
          </a:prstGeom>
        </p:spPr>
        <p:txBody>
          <a:bodyPr/>
          <a:lstStyle>
            <a:lvl1pPr algn="ctr" rtl="0" eaLnBrk="0" fontAlgn="base" hangingPunct="0">
              <a:spcBef>
                <a:spcPct val="0"/>
              </a:spcBef>
              <a:spcAft>
                <a:spcPct val="0"/>
              </a:spcAft>
              <a:defRPr kumimoji="1" lang="ja-JP" altLang="en-US" sz="2000" b="0" kern="1200" smtClean="0">
                <a:solidFill>
                  <a:schemeClr val="accent2"/>
                </a:solidFill>
                <a:latin typeface="Meiryo UI" pitchFamily="50" charset="-128"/>
                <a:ea typeface="Meiryo UI" pitchFamily="50" charset="-128"/>
                <a:cs typeface="Meiryo UI" pitchFamily="50" charset="-128"/>
              </a:defRPr>
            </a:lvl1pPr>
            <a:lvl2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2pPr>
            <a:lvl3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3pPr>
            <a:lvl4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4pPr>
            <a:lvl5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5pPr>
            <a:lvl6pPr marL="389626" algn="ctr" rtl="0" fontAlgn="base">
              <a:spcBef>
                <a:spcPct val="0"/>
              </a:spcBef>
              <a:spcAft>
                <a:spcPct val="0"/>
              </a:spcAft>
              <a:defRPr sz="1700">
                <a:solidFill>
                  <a:schemeClr val="tx1"/>
                </a:solidFill>
                <a:latin typeface="HGPｺﾞｼｯｸE" pitchFamily="50" charset="-128"/>
                <a:ea typeface="HGPｺﾞｼｯｸE" pitchFamily="50" charset="-128"/>
              </a:defRPr>
            </a:lvl6pPr>
            <a:lvl7pPr marL="779252" algn="ctr" rtl="0" fontAlgn="base">
              <a:spcBef>
                <a:spcPct val="0"/>
              </a:spcBef>
              <a:spcAft>
                <a:spcPct val="0"/>
              </a:spcAft>
              <a:defRPr sz="1700">
                <a:solidFill>
                  <a:schemeClr val="tx1"/>
                </a:solidFill>
                <a:latin typeface="HGPｺﾞｼｯｸE" pitchFamily="50" charset="-128"/>
                <a:ea typeface="HGPｺﾞｼｯｸE" pitchFamily="50" charset="-128"/>
              </a:defRPr>
            </a:lvl7pPr>
            <a:lvl8pPr marL="1168878" algn="ctr" rtl="0" fontAlgn="base">
              <a:spcBef>
                <a:spcPct val="0"/>
              </a:spcBef>
              <a:spcAft>
                <a:spcPct val="0"/>
              </a:spcAft>
              <a:defRPr sz="1700">
                <a:solidFill>
                  <a:schemeClr val="tx1"/>
                </a:solidFill>
                <a:latin typeface="HGPｺﾞｼｯｸE" pitchFamily="50" charset="-128"/>
                <a:ea typeface="HGPｺﾞｼｯｸE" pitchFamily="50" charset="-128"/>
              </a:defRPr>
            </a:lvl8pPr>
            <a:lvl9pPr marL="1558503" algn="ctr" rtl="0" fontAlgn="base">
              <a:spcBef>
                <a:spcPct val="0"/>
              </a:spcBef>
              <a:spcAft>
                <a:spcPct val="0"/>
              </a:spcAft>
              <a:defRPr sz="1700">
                <a:solidFill>
                  <a:schemeClr val="tx1"/>
                </a:solidFill>
                <a:latin typeface="HGPｺﾞｼｯｸE" pitchFamily="50" charset="-128"/>
                <a:ea typeface="HGPｺﾞｼｯｸE" pitchFamily="50" charset="-128"/>
              </a:defRPr>
            </a:lvl9pPr>
          </a:lstStyle>
          <a:p>
            <a:pPr algn="l"/>
            <a:r>
              <a:rPr lang="en-US" altLang="ja-JP" sz="2275" b="1"/>
              <a:t>Purpose and Objectives</a:t>
            </a:r>
            <a:endParaRPr lang="ja-JP" altLang="en-US" sz="2275" b="1"/>
          </a:p>
        </p:txBody>
      </p:sp>
      <p:grpSp>
        <p:nvGrpSpPr>
          <p:cNvPr id="3" name="グループ化 2">
            <a:extLst>
              <a:ext uri="{FF2B5EF4-FFF2-40B4-BE49-F238E27FC236}">
                <a16:creationId xmlns:a16="http://schemas.microsoft.com/office/drawing/2014/main" id="{10C188FA-E11F-3FD2-B8F3-38036C8F18ED}"/>
              </a:ext>
            </a:extLst>
          </p:cNvPr>
          <p:cNvGrpSpPr/>
          <p:nvPr/>
        </p:nvGrpSpPr>
        <p:grpSpPr>
          <a:xfrm>
            <a:off x="262740" y="914670"/>
            <a:ext cx="9348281" cy="5254422"/>
            <a:chOff x="262647" y="961410"/>
            <a:chExt cx="9348281" cy="2713444"/>
          </a:xfrm>
        </p:grpSpPr>
        <p:sp>
          <p:nvSpPr>
            <p:cNvPr id="4" name="テキスト ボックス 3">
              <a:extLst>
                <a:ext uri="{FF2B5EF4-FFF2-40B4-BE49-F238E27FC236}">
                  <a16:creationId xmlns:a16="http://schemas.microsoft.com/office/drawing/2014/main" id="{4637530C-AEFB-FCFA-67DD-A2B6469549E0}"/>
                </a:ext>
              </a:extLst>
            </p:cNvPr>
            <p:cNvSpPr txBox="1"/>
            <p:nvPr/>
          </p:nvSpPr>
          <p:spPr>
            <a:xfrm>
              <a:off x="352390" y="961410"/>
              <a:ext cx="9086850" cy="2461043"/>
            </a:xfrm>
            <a:prstGeom prst="rect">
              <a:avLst/>
            </a:prstGeom>
            <a:noFill/>
          </p:spPr>
          <p:txBody>
            <a:bodyPr wrap="square" lIns="36000" rIns="36000" rtlCol="0">
              <a:noAutofit/>
            </a:bodyPr>
            <a:lstStyle/>
            <a:p>
              <a:endParaRPr lang="en-US" altLang="ja-JP" sz="1600">
                <a:solidFill>
                  <a:schemeClr val="accent4"/>
                </a:solidFill>
                <a:latin typeface="Meiryo UI" panose="020B0604030504040204" pitchFamily="50" charset="-128"/>
                <a:ea typeface="Meiryo UI" panose="020B0604030504040204" pitchFamily="50" charset="-128"/>
                <a:cs typeface="Meiryo UI" panose="020B0604030504040204" pitchFamily="50" charset="-128"/>
              </a:endParaRPr>
            </a:p>
            <a:p>
              <a:pPr marL="285750" indent="-285750">
                <a:spcBef>
                  <a:spcPts val="0"/>
                </a:spcBef>
                <a:buFont typeface="Arial" panose="020B0604020202020204" pitchFamily="34" charset="0"/>
                <a:buChar char="•"/>
              </a:pPr>
              <a:r>
                <a:rPr kumimoji="1" lang="en-US" altLang="ja-JP" sz="1500">
                  <a:solidFill>
                    <a:schemeClr val="accent4"/>
                  </a:solidFill>
                  <a:latin typeface="Meiryo UI" panose="020B0604030504040204" pitchFamily="50" charset="-128"/>
                  <a:ea typeface="Meiryo UI" panose="020B0604030504040204" pitchFamily="50" charset="-128"/>
                  <a:cs typeface="Meiryo UI" panose="020B0604030504040204" pitchFamily="50" charset="-128"/>
                </a:rPr>
                <a:t>This document summarizes key points to note for accounts receivable balance confirmations and the physical inspection of fixed assets in respect of balances as of March 31, 2026.</a:t>
              </a:r>
            </a:p>
            <a:p>
              <a:pPr marL="285750" indent="-285750">
                <a:spcBef>
                  <a:spcPts val="0"/>
                </a:spcBef>
                <a:buFont typeface="Arial" panose="020B0604020202020204" pitchFamily="34" charset="0"/>
                <a:buChar char="•"/>
              </a:pPr>
              <a:endParaRPr kumimoji="1" lang="en-US" altLang="ja-JP" sz="1500">
                <a:solidFill>
                  <a:schemeClr val="accent4"/>
                </a:solidFill>
                <a:latin typeface="Meiryo UI" panose="020B0604030504040204" pitchFamily="50" charset="-128"/>
                <a:ea typeface="Meiryo UI" panose="020B0604030504040204" pitchFamily="50" charset="-128"/>
                <a:cs typeface="Meiryo UI" panose="020B0604030504040204" pitchFamily="50" charset="-128"/>
              </a:endParaRPr>
            </a:p>
            <a:p>
              <a:pPr marL="285750" indent="-285750">
                <a:spcBef>
                  <a:spcPts val="0"/>
                </a:spcBef>
                <a:buFont typeface="Arial" panose="020B0604020202020204" pitchFamily="34" charset="0"/>
                <a:buChar char="•"/>
              </a:pPr>
              <a:r>
                <a:rPr kumimoji="1" lang="en-US" altLang="ja-JP" sz="1500" b="1" u="sng">
                  <a:solidFill>
                    <a:schemeClr val="accent4"/>
                  </a:solidFill>
                  <a:latin typeface="Meiryo UI" panose="020B0604030504040204" pitchFamily="50" charset="-128"/>
                  <a:ea typeface="Meiryo UI" panose="020B0604030504040204" pitchFamily="50" charset="-128"/>
                  <a:cs typeface="Meiryo UI" panose="020B0604030504040204" pitchFamily="50" charset="-128"/>
                </a:rPr>
                <a:t>For accounts receivable balances as of March 31, 2026, the AW Group will perform balance confirmations by sending confirmation requests (circularization letters) for trade receivables held by the parent company and all consolidated subsidiaries. </a:t>
              </a:r>
            </a:p>
            <a:p>
              <a:pPr marL="285750" indent="-285750">
                <a:spcBef>
                  <a:spcPts val="0"/>
                </a:spcBef>
                <a:buFont typeface="Arial" panose="020B0604020202020204" pitchFamily="34" charset="0"/>
                <a:buChar char="•"/>
              </a:pPr>
              <a:endParaRPr kumimoji="1" lang="en-US" altLang="ja-JP" sz="1500" b="1" u="sng">
                <a:solidFill>
                  <a:schemeClr val="accent4"/>
                </a:solidFill>
                <a:latin typeface="Meiryo UI" panose="020B0604030504040204" pitchFamily="50" charset="-128"/>
                <a:ea typeface="Meiryo UI" panose="020B0604030504040204" pitchFamily="50" charset="-128"/>
                <a:cs typeface="Meiryo UI" panose="020B0604030504040204" pitchFamily="50" charset="-128"/>
              </a:endParaRPr>
            </a:p>
            <a:p>
              <a:pPr marL="285750" indent="-285750">
                <a:spcBef>
                  <a:spcPts val="0"/>
                </a:spcBef>
                <a:buFont typeface="Arial" panose="020B0604020202020204" pitchFamily="34" charset="0"/>
                <a:buChar char="•"/>
              </a:pPr>
              <a:r>
                <a:rPr kumimoji="1" lang="en-US" altLang="ja-JP" sz="1500" b="1" u="sng">
                  <a:solidFill>
                    <a:schemeClr val="accent4"/>
                  </a:solidFill>
                  <a:latin typeface="Meiryo UI" panose="020B0604030504040204" pitchFamily="50" charset="-128"/>
                  <a:ea typeface="Meiryo UI" panose="020B0604030504040204" pitchFamily="50" charset="-128"/>
                  <a:cs typeface="Meiryo UI" panose="020B0604030504040204" pitchFamily="50" charset="-128"/>
                </a:rPr>
                <a:t>For fixed asset balances as of March 31, 2026, the AW Group will, in principle, perform physical inspection of tangible fixed assets (property, plant and equipment; PPE) held by the parent company and all consolidated subsidiaries.</a:t>
              </a:r>
            </a:p>
            <a:p>
              <a:pPr marL="285750" indent="-285750">
                <a:spcBef>
                  <a:spcPts val="0"/>
                </a:spcBef>
                <a:buFont typeface="Arial" panose="020B0604020202020204" pitchFamily="34" charset="0"/>
                <a:buChar char="•"/>
              </a:pPr>
              <a:endParaRPr kumimoji="1" lang="en-US" altLang="ja-JP" sz="1500" b="1" u="sng">
                <a:solidFill>
                  <a:schemeClr val="accent4"/>
                </a:solidFill>
                <a:latin typeface="Meiryo UI" panose="020B0604030504040204" pitchFamily="50" charset="-128"/>
                <a:ea typeface="Meiryo UI" panose="020B0604030504040204" pitchFamily="50" charset="-128"/>
                <a:cs typeface="Meiryo UI" panose="020B0604030504040204" pitchFamily="50" charset="-128"/>
              </a:endParaRPr>
            </a:p>
            <a:p>
              <a:pPr marL="285750" indent="-285750">
                <a:spcBef>
                  <a:spcPts val="0"/>
                </a:spcBef>
                <a:buFont typeface="Arial" panose="020B0604020202020204" pitchFamily="34" charset="0"/>
                <a:buChar char="•"/>
              </a:pPr>
              <a:r>
                <a:rPr lang="en-US" altLang="ja-JP" sz="1500">
                  <a:solidFill>
                    <a:schemeClr val="accent4"/>
                  </a:solidFill>
                  <a:latin typeface="Meiryo UI" panose="020B0604030504040204" pitchFamily="50" charset="-128"/>
                  <a:ea typeface="Meiryo UI" panose="020B0604030504040204" pitchFamily="50" charset="-128"/>
                  <a:cs typeface="Meiryo UI" panose="020B0604030504040204" pitchFamily="50" charset="-128"/>
                </a:rPr>
                <a:t>Performing AR balance confirmations provides evidence for the assertions of existence and proper cut-off (period recognition), and PPE physical inspections provide evidence regarding the assertion of existence.. </a:t>
              </a:r>
              <a:r>
                <a:rPr lang="en-US" altLang="ja-JP" sz="1500" b="1" u="sng">
                  <a:solidFill>
                    <a:schemeClr val="accent4"/>
                  </a:solidFill>
                  <a:latin typeface="Meiryo UI" panose="020B0604030504040204" pitchFamily="50" charset="-128"/>
                  <a:ea typeface="Meiryo UI" panose="020B0604030504040204" pitchFamily="50" charset="-128"/>
                  <a:cs typeface="Meiryo UI" panose="020B0604030504040204" pitchFamily="50" charset="-128"/>
                </a:rPr>
                <a:t>These are critical procedures the AW Group is expected to conduct as part of its self-assessment activities.</a:t>
              </a:r>
            </a:p>
            <a:p>
              <a:pPr marL="285750" indent="-285750">
                <a:spcBef>
                  <a:spcPts val="0"/>
                </a:spcBef>
                <a:buFont typeface="Arial" panose="020B0604020202020204" pitchFamily="34" charset="0"/>
                <a:buChar char="•"/>
              </a:pPr>
              <a:endParaRPr lang="en-US" altLang="ja-JP" sz="1500" b="1" u="sng">
                <a:solidFill>
                  <a:schemeClr val="accent4"/>
                </a:solidFill>
                <a:latin typeface="Meiryo UI" panose="020B0604030504040204" pitchFamily="50" charset="-128"/>
                <a:ea typeface="Meiryo UI" panose="020B0604030504040204" pitchFamily="50" charset="-128"/>
                <a:cs typeface="Meiryo UI" panose="020B0604030504040204" pitchFamily="50" charset="-128"/>
              </a:endParaRPr>
            </a:p>
            <a:p>
              <a:pPr marL="285750" indent="-285750">
                <a:spcBef>
                  <a:spcPts val="0"/>
                </a:spcBef>
                <a:buFont typeface="Arial" panose="020B0604020202020204" pitchFamily="34" charset="0"/>
                <a:buChar char="•"/>
              </a:pPr>
              <a:r>
                <a:rPr lang="en-US" altLang="ja-JP" sz="1500" b="1" u="sng">
                  <a:solidFill>
                    <a:srgbClr val="FF0000"/>
                  </a:solidFill>
                  <a:latin typeface="Meiryo UI" panose="020B0604030504040204" pitchFamily="50" charset="-128"/>
                  <a:ea typeface="Meiryo UI" panose="020B0604030504040204" pitchFamily="50" charset="-128"/>
                  <a:cs typeface="Meiryo UI" panose="020B0604030504040204" pitchFamily="50" charset="-128"/>
                </a:rPr>
                <a:t>In light of public concerns regarding potentially inappropriate accounting practices and our recognition that the AW Group is facing a crisis, we aim to execute rigorous AR balance confirmations and PPE physical inspections in accordance with the procedures set out in this briefing.</a:t>
              </a:r>
              <a:endParaRPr lang="en-US" altLang="ja-JP" sz="1500">
                <a:solidFill>
                  <a:schemeClr val="accent4"/>
                </a:solidFill>
                <a:latin typeface="Meiryo UI" panose="020B0604030504040204" pitchFamily="50" charset="-128"/>
                <a:ea typeface="Meiryo UI" panose="020B0604030504040204" pitchFamily="50" charset="-128"/>
                <a:cs typeface="Meiryo UI" panose="020B0604030504040204" pitchFamily="50" charset="-128"/>
              </a:endParaRPr>
            </a:p>
            <a:p>
              <a:pPr marL="285750" indent="-285750">
                <a:buFont typeface="Arial" panose="020B0604020202020204" pitchFamily="34" charset="0"/>
                <a:buChar char="•"/>
              </a:pPr>
              <a:endParaRPr lang="en-US" altLang="ja-JP" sz="1600">
                <a:solidFill>
                  <a:schemeClr val="accent4"/>
                </a:solidFill>
                <a:latin typeface="Meiryo UI" panose="020B0604030504040204" pitchFamily="50" charset="-128"/>
                <a:ea typeface="Meiryo UI" panose="020B0604030504040204" pitchFamily="50" charset="-128"/>
                <a:cs typeface="Meiryo UI" panose="020B0604030504040204" pitchFamily="50" charset="-128"/>
              </a:endParaRPr>
            </a:p>
            <a:p>
              <a:pPr marL="285750" indent="-285750">
                <a:buFont typeface="Arial" panose="020B0604020202020204" pitchFamily="34" charset="0"/>
                <a:buChar char="•"/>
              </a:pPr>
              <a:endParaRPr lang="en-US" altLang="ja-JP" sz="1600">
                <a:solidFill>
                  <a:schemeClr val="accent4"/>
                </a:solidFill>
                <a:latin typeface="Meiryo UI" panose="020B0604030504040204" pitchFamily="50" charset="-128"/>
                <a:ea typeface="Meiryo UI" panose="020B0604030504040204" pitchFamily="50" charset="-128"/>
                <a:cs typeface="Meiryo UI" panose="020B0604030504040204" pitchFamily="50" charset="-128"/>
              </a:endParaRPr>
            </a:p>
            <a:p>
              <a:pPr marL="285750" indent="-285750">
                <a:buFont typeface="Arial" panose="020B0604020202020204" pitchFamily="34" charset="0"/>
                <a:buChar char="•"/>
              </a:pPr>
              <a:endParaRPr lang="en-US" altLang="ja-JP" sz="1600">
                <a:solidFill>
                  <a:schemeClr val="accent4"/>
                </a:solidFill>
                <a:latin typeface="Meiryo UI" panose="020B0604030504040204" pitchFamily="50" charset="-128"/>
                <a:ea typeface="Meiryo UI" panose="020B0604030504040204" pitchFamily="50" charset="-128"/>
                <a:cs typeface="Meiryo UI" panose="020B0604030504040204" pitchFamily="50" charset="-128"/>
              </a:endParaRPr>
            </a:p>
            <a:p>
              <a:endParaRPr lang="en-US" altLang="ja-JP" sz="1600">
                <a:solidFill>
                  <a:schemeClr val="accent4"/>
                </a:solidFill>
                <a:latin typeface="Meiryo UI" panose="020B0604030504040204" pitchFamily="50" charset="-128"/>
                <a:ea typeface="Meiryo UI" panose="020B0604030504040204" pitchFamily="50" charset="-128"/>
                <a:cs typeface="Meiryo UI" panose="020B0604030504040204" pitchFamily="50" charset="-128"/>
              </a:endParaRPr>
            </a:p>
            <a:p>
              <a:endParaRPr lang="en-US" altLang="ja-JP" sz="1600">
                <a:solidFill>
                  <a:schemeClr val="accent4"/>
                </a:solidFill>
                <a:latin typeface="Meiryo UI" panose="020B0604030504040204" pitchFamily="50" charset="-128"/>
                <a:ea typeface="Meiryo UI" panose="020B0604030504040204" pitchFamily="50" charset="-128"/>
                <a:cs typeface="Meiryo UI" panose="020B0604030504040204" pitchFamily="50" charset="-128"/>
              </a:endParaRPr>
            </a:p>
            <a:p>
              <a:endParaRPr lang="en-US" altLang="ja-JP" sz="1600">
                <a:solidFill>
                  <a:schemeClr val="accent4"/>
                </a:solidFill>
                <a:latin typeface="Meiryo UI" panose="020B0604030504040204" pitchFamily="50" charset="-128"/>
                <a:ea typeface="Meiryo UI" panose="020B0604030504040204" pitchFamily="50" charset="-128"/>
                <a:cs typeface="Meiryo UI" panose="020B0604030504040204" pitchFamily="50" charset="-128"/>
              </a:endParaRPr>
            </a:p>
            <a:p>
              <a:endParaRPr lang="en-US" altLang="ja-JP" sz="1600">
                <a:solidFill>
                  <a:schemeClr val="accent4"/>
                </a:solidFill>
                <a:latin typeface="Meiryo UI" panose="020B0604030504040204" pitchFamily="50" charset="-128"/>
                <a:ea typeface="Meiryo UI" panose="020B0604030504040204" pitchFamily="50" charset="-128"/>
                <a:cs typeface="Meiryo UI" panose="020B0604030504040204" pitchFamily="50" charset="-128"/>
              </a:endParaRPr>
            </a:p>
            <a:p>
              <a:endParaRPr kumimoji="1" lang="ja-JP" altLang="en-US" sz="1600">
                <a:solidFill>
                  <a:schemeClr val="accent4"/>
                </a:solidFill>
                <a:latin typeface="Meiryo UI" panose="020B0604030504040204" pitchFamily="50" charset="-128"/>
                <a:ea typeface="Meiryo UI" panose="020B0604030504040204" pitchFamily="50" charset="-128"/>
                <a:cs typeface="Meiryo UI" panose="020B0604030504040204" pitchFamily="50" charset="-128"/>
              </a:endParaRPr>
            </a:p>
            <a:p>
              <a:endParaRPr kumimoji="1" lang="ja-JP" altLang="en-US" sz="1600">
                <a:solidFill>
                  <a:schemeClr val="accent4"/>
                </a:solidFill>
                <a:latin typeface="Meiryo UI" panose="020B0604030504040204" pitchFamily="50" charset="-128"/>
                <a:ea typeface="Meiryo UI" panose="020B0604030504040204" pitchFamily="50" charset="-128"/>
                <a:cs typeface="Meiryo UI" panose="020B0604030504040204" pitchFamily="50" charset="-128"/>
              </a:endParaRPr>
            </a:p>
            <a:p>
              <a:endParaRPr kumimoji="1" lang="ja-JP" altLang="en-US" sz="1600">
                <a:solidFill>
                  <a:schemeClr val="accent4"/>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5" name="四角形: 角を丸くする 4">
              <a:extLst>
                <a:ext uri="{FF2B5EF4-FFF2-40B4-BE49-F238E27FC236}">
                  <a16:creationId xmlns:a16="http://schemas.microsoft.com/office/drawing/2014/main" id="{1C8A7291-DBBF-0057-7CB2-DBFCB414C03B}"/>
                </a:ext>
              </a:extLst>
            </p:cNvPr>
            <p:cNvSpPr/>
            <p:nvPr/>
          </p:nvSpPr>
          <p:spPr>
            <a:xfrm>
              <a:off x="262647" y="972658"/>
              <a:ext cx="9348281" cy="2702196"/>
            </a:xfrm>
            <a:prstGeom prst="roundRect">
              <a:avLst>
                <a:gd name="adj" fmla="val 10072"/>
              </a:avLst>
            </a:prstGeom>
            <a:noFill/>
            <a:ln w="127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solidFill>
                  <a:schemeClr val="tx1"/>
                </a:solidFill>
                <a:latin typeface="Meiryo UI" panose="020B0604030504040204" pitchFamily="50" charset="-128"/>
                <a:ea typeface="Meiryo UI" panose="020B0604030504040204" pitchFamily="50" charset="-128"/>
              </a:endParaRPr>
            </a:p>
          </p:txBody>
        </p:sp>
      </p:grpSp>
    </p:spTree>
    <p:extLst>
      <p:ext uri="{BB962C8B-B14F-4D97-AF65-F5344CB8AC3E}">
        <p14:creationId xmlns:p14="http://schemas.microsoft.com/office/powerpoint/2010/main" val="32179838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56C33-B136-16A0-5A3D-497819270F1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944E221-CCD4-0222-B4D4-1E4A0CC6F412}"/>
              </a:ext>
            </a:extLst>
          </p:cNvPr>
          <p:cNvSpPr>
            <a:spLocks noGrp="1"/>
          </p:cNvSpPr>
          <p:nvPr>
            <p:ph type="title"/>
          </p:nvPr>
        </p:nvSpPr>
        <p:spPr>
          <a:xfrm>
            <a:off x="2180860" y="2984439"/>
            <a:ext cx="5544281" cy="748112"/>
          </a:xfrm>
          <a:ln>
            <a:solidFill>
              <a:schemeClr val="tx1"/>
            </a:solidFill>
          </a:ln>
        </p:spPr>
        <p:txBody>
          <a:bodyPr anchor="ctr"/>
          <a:lstStyle/>
          <a:p>
            <a:pPr algn="ctr"/>
            <a:r>
              <a:rPr lang="en-US" altLang="ja-JP"/>
              <a:t>Organization and Roles</a:t>
            </a:r>
            <a:endParaRPr kumimoji="1" lang="ja-JP" altLang="en-US"/>
          </a:p>
        </p:txBody>
      </p:sp>
    </p:spTree>
    <p:extLst>
      <p:ext uri="{BB962C8B-B14F-4D97-AF65-F5344CB8AC3E}">
        <p14:creationId xmlns:p14="http://schemas.microsoft.com/office/powerpoint/2010/main" val="16526260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B23EB-CB93-AFF3-6792-49D8B8EC02D0}"/>
            </a:ext>
          </a:extLst>
        </p:cNvPr>
        <p:cNvGrpSpPr/>
        <p:nvPr/>
      </p:nvGrpSpPr>
      <p:grpSpPr>
        <a:xfrm>
          <a:off x="0" y="0"/>
          <a:ext cx="0" cy="0"/>
          <a:chOff x="0" y="0"/>
          <a:chExt cx="0" cy="0"/>
        </a:xfrm>
      </p:grpSpPr>
      <p:sp>
        <p:nvSpPr>
          <p:cNvPr id="10" name="タイトル 1">
            <a:extLst>
              <a:ext uri="{FF2B5EF4-FFF2-40B4-BE49-F238E27FC236}">
                <a16:creationId xmlns:a16="http://schemas.microsoft.com/office/drawing/2014/main" id="{9B1469E0-1B5C-4277-E7BC-1B1D9804B505}"/>
              </a:ext>
            </a:extLst>
          </p:cNvPr>
          <p:cNvSpPr txBox="1">
            <a:spLocks/>
          </p:cNvSpPr>
          <p:nvPr/>
        </p:nvSpPr>
        <p:spPr bwMode="auto">
          <a:xfrm>
            <a:off x="8378579" y="773632"/>
            <a:ext cx="1369758" cy="4260738"/>
          </a:xfrm>
          <a:prstGeom prst="rect">
            <a:avLst/>
          </a:prstGeom>
          <a:solidFill>
            <a:srgbClr val="FFFFCC"/>
          </a:solidFill>
          <a:ln w="38100">
            <a:solidFill>
              <a:schemeClr val="tx1"/>
            </a:solidFill>
            <a:miter lim="800000"/>
            <a:headEnd/>
            <a:tailEnd/>
          </a:ln>
        </p:spPr>
        <p:txBody>
          <a:bodyPr wrap="none" lIns="77114" tIns="37880" rIns="77114" bIns="37880" anchor="ctr"/>
          <a:lstStyle>
            <a:lvl1pPr algn="l" rtl="0" eaLnBrk="0" fontAlgn="base" hangingPunct="0">
              <a:spcBef>
                <a:spcPct val="0"/>
              </a:spcBef>
              <a:spcAft>
                <a:spcPct val="0"/>
              </a:spcAft>
              <a:defRPr kumimoji="1" lang="ja-JP" altLang="en-US" sz="2280" b="1" kern="1200">
                <a:solidFill>
                  <a:schemeClr val="accent2"/>
                </a:solidFill>
                <a:latin typeface="Meiryo UI" pitchFamily="50" charset="-128"/>
                <a:ea typeface="Meiryo UI" pitchFamily="50" charset="-128"/>
                <a:cs typeface="Meiryo UI" pitchFamily="50" charset="-128"/>
              </a:defRPr>
            </a:lvl1pPr>
            <a:lvl2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2pPr>
            <a:lvl3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3pPr>
            <a:lvl4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4pPr>
            <a:lvl5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5pPr>
            <a:lvl6pPr marL="316571" algn="ctr" rtl="0" fontAlgn="base">
              <a:spcBef>
                <a:spcPct val="0"/>
              </a:spcBef>
              <a:spcAft>
                <a:spcPct val="0"/>
              </a:spcAft>
              <a:defRPr sz="1381">
                <a:solidFill>
                  <a:schemeClr val="tx1"/>
                </a:solidFill>
                <a:latin typeface="HGPｺﾞｼｯｸE" pitchFamily="50" charset="-128"/>
                <a:ea typeface="HGPｺﾞｼｯｸE" pitchFamily="50" charset="-128"/>
              </a:defRPr>
            </a:lvl6pPr>
            <a:lvl7pPr marL="633142" algn="ctr" rtl="0" fontAlgn="base">
              <a:spcBef>
                <a:spcPct val="0"/>
              </a:spcBef>
              <a:spcAft>
                <a:spcPct val="0"/>
              </a:spcAft>
              <a:defRPr sz="1381">
                <a:solidFill>
                  <a:schemeClr val="tx1"/>
                </a:solidFill>
                <a:latin typeface="HGPｺﾞｼｯｸE" pitchFamily="50" charset="-128"/>
                <a:ea typeface="HGPｺﾞｼｯｸE" pitchFamily="50" charset="-128"/>
              </a:defRPr>
            </a:lvl7pPr>
            <a:lvl8pPr marL="949713" algn="ctr" rtl="0" fontAlgn="base">
              <a:spcBef>
                <a:spcPct val="0"/>
              </a:spcBef>
              <a:spcAft>
                <a:spcPct val="0"/>
              </a:spcAft>
              <a:defRPr sz="1381">
                <a:solidFill>
                  <a:schemeClr val="tx1"/>
                </a:solidFill>
                <a:latin typeface="HGPｺﾞｼｯｸE" pitchFamily="50" charset="-128"/>
                <a:ea typeface="HGPｺﾞｼｯｸE" pitchFamily="50" charset="-128"/>
              </a:defRPr>
            </a:lvl8pPr>
            <a:lvl9pPr marL="1266284" algn="ctr" rtl="0" fontAlgn="base">
              <a:spcBef>
                <a:spcPct val="0"/>
              </a:spcBef>
              <a:spcAft>
                <a:spcPct val="0"/>
              </a:spcAft>
              <a:defRPr sz="1381">
                <a:solidFill>
                  <a:schemeClr val="tx1"/>
                </a:solidFill>
                <a:latin typeface="HGPｺﾞｼｯｸE" pitchFamily="50" charset="-128"/>
                <a:ea typeface="HGPｺﾞｼｯｸE" pitchFamily="50" charset="-128"/>
              </a:defRPr>
            </a:lvl9pPr>
          </a:lstStyle>
          <a:p>
            <a:pPr algn="ctr"/>
            <a:r>
              <a:rPr lang="en-US" altLang="ja-JP" sz="1800"/>
              <a:t>Each </a:t>
            </a:r>
          </a:p>
          <a:p>
            <a:pPr algn="ctr"/>
            <a:r>
              <a:rPr lang="en-US" altLang="ja-JP" sz="1800"/>
              <a:t>company </a:t>
            </a:r>
          </a:p>
          <a:p>
            <a:pPr algn="ctr"/>
            <a:r>
              <a:rPr lang="en-US" altLang="ja-JP" sz="1800"/>
              <a:t> (Execution </a:t>
            </a:r>
          </a:p>
          <a:p>
            <a:pPr algn="ctr"/>
            <a:r>
              <a:rPr lang="en-US" altLang="ja-JP" sz="1800"/>
              <a:t>Owner)</a:t>
            </a:r>
            <a:endParaRPr lang="ja-JP" altLang="en-US" sz="1800"/>
          </a:p>
        </p:txBody>
      </p:sp>
      <p:sp>
        <p:nvSpPr>
          <p:cNvPr id="36" name="タイトル 1">
            <a:extLst>
              <a:ext uri="{FF2B5EF4-FFF2-40B4-BE49-F238E27FC236}">
                <a16:creationId xmlns:a16="http://schemas.microsoft.com/office/drawing/2014/main" id="{AC629DEF-F385-938D-747A-F1F57FD82450}"/>
              </a:ext>
            </a:extLst>
          </p:cNvPr>
          <p:cNvSpPr txBox="1">
            <a:spLocks/>
          </p:cNvSpPr>
          <p:nvPr/>
        </p:nvSpPr>
        <p:spPr bwMode="auto">
          <a:xfrm>
            <a:off x="2843868" y="755100"/>
            <a:ext cx="2381295" cy="1871631"/>
          </a:xfrm>
          <a:prstGeom prst="rect">
            <a:avLst/>
          </a:prstGeom>
          <a:solidFill>
            <a:srgbClr val="FFFFCC"/>
          </a:solidFill>
          <a:ln w="9525">
            <a:solidFill>
              <a:schemeClr val="tx1"/>
            </a:solidFill>
            <a:miter lim="800000"/>
            <a:headEnd/>
            <a:tailEnd/>
          </a:ln>
        </p:spPr>
        <p:txBody>
          <a:bodyPr wrap="square" lIns="77114" tIns="37880" rIns="77114" bIns="37880" anchor="ctr"/>
          <a:lstStyle>
            <a:lvl1pPr algn="l" rtl="0" eaLnBrk="0" fontAlgn="base" hangingPunct="0">
              <a:spcBef>
                <a:spcPct val="0"/>
              </a:spcBef>
              <a:spcAft>
                <a:spcPct val="0"/>
              </a:spcAft>
              <a:defRPr kumimoji="1" lang="ja-JP" altLang="en-US" sz="2280" b="1" kern="1200">
                <a:solidFill>
                  <a:schemeClr val="accent2"/>
                </a:solidFill>
                <a:latin typeface="Meiryo UI" pitchFamily="50" charset="-128"/>
                <a:ea typeface="Meiryo UI" pitchFamily="50" charset="-128"/>
                <a:cs typeface="Meiryo UI" pitchFamily="50" charset="-128"/>
              </a:defRPr>
            </a:lvl1pPr>
            <a:lvl2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2pPr>
            <a:lvl3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3pPr>
            <a:lvl4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4pPr>
            <a:lvl5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5pPr>
            <a:lvl6pPr marL="316571" algn="ctr" rtl="0" fontAlgn="base">
              <a:spcBef>
                <a:spcPct val="0"/>
              </a:spcBef>
              <a:spcAft>
                <a:spcPct val="0"/>
              </a:spcAft>
              <a:defRPr sz="1381">
                <a:solidFill>
                  <a:schemeClr val="tx1"/>
                </a:solidFill>
                <a:latin typeface="HGPｺﾞｼｯｸE" pitchFamily="50" charset="-128"/>
                <a:ea typeface="HGPｺﾞｼｯｸE" pitchFamily="50" charset="-128"/>
              </a:defRPr>
            </a:lvl6pPr>
            <a:lvl7pPr marL="633142" algn="ctr" rtl="0" fontAlgn="base">
              <a:spcBef>
                <a:spcPct val="0"/>
              </a:spcBef>
              <a:spcAft>
                <a:spcPct val="0"/>
              </a:spcAft>
              <a:defRPr sz="1381">
                <a:solidFill>
                  <a:schemeClr val="tx1"/>
                </a:solidFill>
                <a:latin typeface="HGPｺﾞｼｯｸE" pitchFamily="50" charset="-128"/>
                <a:ea typeface="HGPｺﾞｼｯｸE" pitchFamily="50" charset="-128"/>
              </a:defRPr>
            </a:lvl7pPr>
            <a:lvl8pPr marL="949713" algn="ctr" rtl="0" fontAlgn="base">
              <a:spcBef>
                <a:spcPct val="0"/>
              </a:spcBef>
              <a:spcAft>
                <a:spcPct val="0"/>
              </a:spcAft>
              <a:defRPr sz="1381">
                <a:solidFill>
                  <a:schemeClr val="tx1"/>
                </a:solidFill>
                <a:latin typeface="HGPｺﾞｼｯｸE" pitchFamily="50" charset="-128"/>
                <a:ea typeface="HGPｺﾞｼｯｸE" pitchFamily="50" charset="-128"/>
              </a:defRPr>
            </a:lvl8pPr>
            <a:lvl9pPr marL="1266284" algn="ctr" rtl="0" fontAlgn="base">
              <a:spcBef>
                <a:spcPct val="0"/>
              </a:spcBef>
              <a:spcAft>
                <a:spcPct val="0"/>
              </a:spcAft>
              <a:defRPr sz="1381">
                <a:solidFill>
                  <a:schemeClr val="tx1"/>
                </a:solidFill>
                <a:latin typeface="HGPｺﾞｼｯｸE" pitchFamily="50" charset="-128"/>
                <a:ea typeface="HGPｺﾞｼｯｸE" pitchFamily="50" charset="-128"/>
              </a:defRPr>
            </a:lvl9pPr>
          </a:lstStyle>
          <a:p>
            <a:pPr algn="ctr"/>
            <a:r>
              <a:rPr lang="en-US" altLang="ja-JP" sz="1800"/>
              <a:t>AW</a:t>
            </a:r>
          </a:p>
          <a:p>
            <a:pPr algn="ctr"/>
            <a:r>
              <a:rPr lang="en-US" altLang="ja-JP" sz="1800"/>
              <a:t>Administrative Office</a:t>
            </a:r>
          </a:p>
        </p:txBody>
      </p:sp>
      <p:sp>
        <p:nvSpPr>
          <p:cNvPr id="37" name="タイトル 1">
            <a:extLst>
              <a:ext uri="{FF2B5EF4-FFF2-40B4-BE49-F238E27FC236}">
                <a16:creationId xmlns:a16="http://schemas.microsoft.com/office/drawing/2014/main" id="{C5BEC150-5095-7A1E-CAF8-872E4B92F1A9}"/>
              </a:ext>
            </a:extLst>
          </p:cNvPr>
          <p:cNvSpPr txBox="1">
            <a:spLocks/>
          </p:cNvSpPr>
          <p:nvPr/>
        </p:nvSpPr>
        <p:spPr bwMode="auto">
          <a:xfrm>
            <a:off x="318782" y="755100"/>
            <a:ext cx="1848985" cy="4279270"/>
          </a:xfrm>
          <a:prstGeom prst="rect">
            <a:avLst/>
          </a:prstGeom>
          <a:solidFill>
            <a:srgbClr val="F9DFF9"/>
          </a:solidFill>
          <a:ln w="9525">
            <a:solidFill>
              <a:schemeClr val="tx1"/>
            </a:solidFill>
            <a:miter lim="800000"/>
            <a:headEnd/>
            <a:tailEnd/>
          </a:ln>
        </p:spPr>
        <p:txBody>
          <a:bodyPr wrap="none" lIns="77114" tIns="37880" rIns="77114" bIns="37880" anchor="ctr">
            <a:noAutofit/>
          </a:bodyPr>
          <a:lstStyle>
            <a:lvl1pPr algn="l" rtl="0" eaLnBrk="0" fontAlgn="base" hangingPunct="0">
              <a:spcBef>
                <a:spcPct val="0"/>
              </a:spcBef>
              <a:spcAft>
                <a:spcPct val="0"/>
              </a:spcAft>
              <a:defRPr kumimoji="1" lang="ja-JP" altLang="en-US" sz="2280" b="1" kern="1200">
                <a:solidFill>
                  <a:schemeClr val="accent2"/>
                </a:solidFill>
                <a:latin typeface="Meiryo UI" pitchFamily="50" charset="-128"/>
                <a:ea typeface="Meiryo UI" pitchFamily="50" charset="-128"/>
                <a:cs typeface="Meiryo UI" pitchFamily="50" charset="-128"/>
              </a:defRPr>
            </a:lvl1pPr>
            <a:lvl2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2pPr>
            <a:lvl3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3pPr>
            <a:lvl4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4pPr>
            <a:lvl5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5pPr>
            <a:lvl6pPr marL="316571" algn="ctr" rtl="0" fontAlgn="base">
              <a:spcBef>
                <a:spcPct val="0"/>
              </a:spcBef>
              <a:spcAft>
                <a:spcPct val="0"/>
              </a:spcAft>
              <a:defRPr sz="1381">
                <a:solidFill>
                  <a:schemeClr val="tx1"/>
                </a:solidFill>
                <a:latin typeface="HGPｺﾞｼｯｸE" pitchFamily="50" charset="-128"/>
                <a:ea typeface="HGPｺﾞｼｯｸE" pitchFamily="50" charset="-128"/>
              </a:defRPr>
            </a:lvl6pPr>
            <a:lvl7pPr marL="633142" algn="ctr" rtl="0" fontAlgn="base">
              <a:spcBef>
                <a:spcPct val="0"/>
              </a:spcBef>
              <a:spcAft>
                <a:spcPct val="0"/>
              </a:spcAft>
              <a:defRPr sz="1381">
                <a:solidFill>
                  <a:schemeClr val="tx1"/>
                </a:solidFill>
                <a:latin typeface="HGPｺﾞｼｯｸE" pitchFamily="50" charset="-128"/>
                <a:ea typeface="HGPｺﾞｼｯｸE" pitchFamily="50" charset="-128"/>
              </a:defRPr>
            </a:lvl7pPr>
            <a:lvl8pPr marL="949713" algn="ctr" rtl="0" fontAlgn="base">
              <a:spcBef>
                <a:spcPct val="0"/>
              </a:spcBef>
              <a:spcAft>
                <a:spcPct val="0"/>
              </a:spcAft>
              <a:defRPr sz="1381">
                <a:solidFill>
                  <a:schemeClr val="tx1"/>
                </a:solidFill>
                <a:latin typeface="HGPｺﾞｼｯｸE" pitchFamily="50" charset="-128"/>
                <a:ea typeface="HGPｺﾞｼｯｸE" pitchFamily="50" charset="-128"/>
              </a:defRPr>
            </a:lvl8pPr>
            <a:lvl9pPr marL="1266284" algn="ctr" rtl="0" fontAlgn="base">
              <a:spcBef>
                <a:spcPct val="0"/>
              </a:spcBef>
              <a:spcAft>
                <a:spcPct val="0"/>
              </a:spcAft>
              <a:defRPr sz="1381">
                <a:solidFill>
                  <a:schemeClr val="tx1"/>
                </a:solidFill>
                <a:latin typeface="HGPｺﾞｼｯｸE" pitchFamily="50" charset="-128"/>
                <a:ea typeface="HGPｺﾞｼｯｸE" pitchFamily="50" charset="-128"/>
              </a:defRPr>
            </a:lvl9pPr>
          </a:lstStyle>
          <a:p>
            <a:pPr algn="ctr"/>
            <a:r>
              <a:rPr lang="en-US" altLang="ja-JP" sz="1800"/>
              <a:t>AW Support </a:t>
            </a:r>
          </a:p>
          <a:p>
            <a:pPr algn="ctr"/>
            <a:r>
              <a:rPr lang="en-US" altLang="ja-JP" sz="1800"/>
              <a:t>Central Team </a:t>
            </a:r>
          </a:p>
          <a:p>
            <a:pPr algn="ctr"/>
            <a:r>
              <a:rPr lang="en-US" altLang="ja-JP" sz="1800"/>
              <a:t>(Fixed Assets </a:t>
            </a:r>
          </a:p>
          <a:p>
            <a:pPr algn="ctr"/>
            <a:r>
              <a:rPr lang="en-US" altLang="ja-JP" sz="1800"/>
              <a:t>&amp;</a:t>
            </a:r>
          </a:p>
          <a:p>
            <a:pPr algn="ctr"/>
            <a:r>
              <a:rPr lang="en-US" altLang="ja-JP" sz="1800"/>
              <a:t> Balance </a:t>
            </a:r>
          </a:p>
          <a:p>
            <a:pPr algn="ctr"/>
            <a:r>
              <a:rPr lang="en-US" altLang="ja-JP" sz="1800"/>
              <a:t>Confirmations)</a:t>
            </a:r>
          </a:p>
        </p:txBody>
      </p:sp>
      <p:sp>
        <p:nvSpPr>
          <p:cNvPr id="38" name="タイトル 1">
            <a:extLst>
              <a:ext uri="{FF2B5EF4-FFF2-40B4-BE49-F238E27FC236}">
                <a16:creationId xmlns:a16="http://schemas.microsoft.com/office/drawing/2014/main" id="{4DD935D0-4738-78D8-2900-D0AE1D4458D7}"/>
              </a:ext>
            </a:extLst>
          </p:cNvPr>
          <p:cNvSpPr txBox="1">
            <a:spLocks/>
          </p:cNvSpPr>
          <p:nvPr/>
        </p:nvSpPr>
        <p:spPr bwMode="auto">
          <a:xfrm>
            <a:off x="2840951" y="3283376"/>
            <a:ext cx="2381295" cy="748112"/>
          </a:xfrm>
          <a:prstGeom prst="rect">
            <a:avLst/>
          </a:prstGeom>
          <a:solidFill>
            <a:srgbClr val="F9DFF9"/>
          </a:solidFill>
          <a:ln w="9525">
            <a:solidFill>
              <a:schemeClr val="tx1"/>
            </a:solidFill>
            <a:miter lim="800000"/>
            <a:headEnd/>
            <a:tailEnd/>
          </a:ln>
        </p:spPr>
        <p:txBody>
          <a:bodyPr wrap="none" lIns="77114" tIns="37880" rIns="77114" bIns="37880" anchor="ctr"/>
          <a:lstStyle>
            <a:lvl1pPr algn="l" rtl="0" eaLnBrk="0" fontAlgn="base" hangingPunct="0">
              <a:spcBef>
                <a:spcPct val="0"/>
              </a:spcBef>
              <a:spcAft>
                <a:spcPct val="0"/>
              </a:spcAft>
              <a:defRPr kumimoji="1" lang="ja-JP" altLang="en-US" sz="2280" b="1" kern="1200">
                <a:solidFill>
                  <a:schemeClr val="accent2"/>
                </a:solidFill>
                <a:latin typeface="Meiryo UI" pitchFamily="50" charset="-128"/>
                <a:ea typeface="Meiryo UI" pitchFamily="50" charset="-128"/>
                <a:cs typeface="Meiryo UI" pitchFamily="50" charset="-128"/>
              </a:defRPr>
            </a:lvl1pPr>
            <a:lvl2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2pPr>
            <a:lvl3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3pPr>
            <a:lvl4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4pPr>
            <a:lvl5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5pPr>
            <a:lvl6pPr marL="316571" algn="ctr" rtl="0" fontAlgn="base">
              <a:spcBef>
                <a:spcPct val="0"/>
              </a:spcBef>
              <a:spcAft>
                <a:spcPct val="0"/>
              </a:spcAft>
              <a:defRPr sz="1381">
                <a:solidFill>
                  <a:schemeClr val="tx1"/>
                </a:solidFill>
                <a:latin typeface="HGPｺﾞｼｯｸE" pitchFamily="50" charset="-128"/>
                <a:ea typeface="HGPｺﾞｼｯｸE" pitchFamily="50" charset="-128"/>
              </a:defRPr>
            </a:lvl6pPr>
            <a:lvl7pPr marL="633142" algn="ctr" rtl="0" fontAlgn="base">
              <a:spcBef>
                <a:spcPct val="0"/>
              </a:spcBef>
              <a:spcAft>
                <a:spcPct val="0"/>
              </a:spcAft>
              <a:defRPr sz="1381">
                <a:solidFill>
                  <a:schemeClr val="tx1"/>
                </a:solidFill>
                <a:latin typeface="HGPｺﾞｼｯｸE" pitchFamily="50" charset="-128"/>
                <a:ea typeface="HGPｺﾞｼｯｸE" pitchFamily="50" charset="-128"/>
              </a:defRPr>
            </a:lvl7pPr>
            <a:lvl8pPr marL="949713" algn="ctr" rtl="0" fontAlgn="base">
              <a:spcBef>
                <a:spcPct val="0"/>
              </a:spcBef>
              <a:spcAft>
                <a:spcPct val="0"/>
              </a:spcAft>
              <a:defRPr sz="1381">
                <a:solidFill>
                  <a:schemeClr val="tx1"/>
                </a:solidFill>
                <a:latin typeface="HGPｺﾞｼｯｸE" pitchFamily="50" charset="-128"/>
                <a:ea typeface="HGPｺﾞｼｯｸE" pitchFamily="50" charset="-128"/>
              </a:defRPr>
            </a:lvl8pPr>
            <a:lvl9pPr marL="1266284" algn="ctr" rtl="0" fontAlgn="base">
              <a:spcBef>
                <a:spcPct val="0"/>
              </a:spcBef>
              <a:spcAft>
                <a:spcPct val="0"/>
              </a:spcAft>
              <a:defRPr sz="1381">
                <a:solidFill>
                  <a:schemeClr val="tx1"/>
                </a:solidFill>
                <a:latin typeface="HGPｺﾞｼｯｸE" pitchFamily="50" charset="-128"/>
                <a:ea typeface="HGPｺﾞｼｯｸE" pitchFamily="50" charset="-128"/>
              </a:defRPr>
            </a:lvl9pPr>
          </a:lstStyle>
          <a:p>
            <a:pPr algn="ctr"/>
            <a:r>
              <a:rPr lang="en-US" altLang="ja-JP" sz="1100"/>
              <a:t>AW Subsidiary Support Team </a:t>
            </a:r>
          </a:p>
          <a:p>
            <a:pPr algn="ctr"/>
            <a:r>
              <a:rPr lang="en-US" altLang="ja-JP" sz="1100"/>
              <a:t>(Deloitte)</a:t>
            </a:r>
            <a:endParaRPr lang="ja-JP" altLang="en-US" sz="1100"/>
          </a:p>
        </p:txBody>
      </p:sp>
      <p:cxnSp>
        <p:nvCxnSpPr>
          <p:cNvPr id="39" name="直線矢印コネクタ 38">
            <a:extLst>
              <a:ext uri="{FF2B5EF4-FFF2-40B4-BE49-F238E27FC236}">
                <a16:creationId xmlns:a16="http://schemas.microsoft.com/office/drawing/2014/main" id="{4859AEFD-4B0A-0F54-D7A6-A11BBD3A4EA4}"/>
              </a:ext>
            </a:extLst>
          </p:cNvPr>
          <p:cNvCxnSpPr>
            <a:cxnSpLocks/>
          </p:cNvCxnSpPr>
          <p:nvPr/>
        </p:nvCxnSpPr>
        <p:spPr bwMode="auto">
          <a:xfrm>
            <a:off x="2231472" y="1491782"/>
            <a:ext cx="503339" cy="0"/>
          </a:xfrm>
          <a:prstGeom prst="straightConnector1">
            <a:avLst/>
          </a:prstGeom>
          <a:solidFill>
            <a:srgbClr val="FFFFFF"/>
          </a:solidFill>
          <a:ln w="63500" cap="flat" cmpd="sng" algn="ctr">
            <a:solidFill>
              <a:schemeClr val="accent2"/>
            </a:solidFill>
            <a:prstDash val="solid"/>
            <a:round/>
            <a:headEnd type="none" w="med" len="med"/>
            <a:tailEnd type="triangle"/>
          </a:ln>
          <a:effectLst/>
        </p:spPr>
      </p:cxnSp>
      <p:sp>
        <p:nvSpPr>
          <p:cNvPr id="5" name="タイトル 1">
            <a:extLst>
              <a:ext uri="{FF2B5EF4-FFF2-40B4-BE49-F238E27FC236}">
                <a16:creationId xmlns:a16="http://schemas.microsoft.com/office/drawing/2014/main" id="{EDFA688F-A327-D4BE-5FF4-8EDD12C7EADA}"/>
              </a:ext>
            </a:extLst>
          </p:cNvPr>
          <p:cNvSpPr txBox="1">
            <a:spLocks/>
          </p:cNvSpPr>
          <p:nvPr/>
        </p:nvSpPr>
        <p:spPr>
          <a:xfrm>
            <a:off x="163350" y="95256"/>
            <a:ext cx="6581229" cy="460263"/>
          </a:xfrm>
          <a:prstGeom prst="rect">
            <a:avLst/>
          </a:prstGeom>
        </p:spPr>
        <p:txBody>
          <a:bodyPr/>
          <a:lstStyle>
            <a:lvl1pPr algn="ctr" rtl="0" eaLnBrk="0" fontAlgn="base" hangingPunct="0">
              <a:spcBef>
                <a:spcPct val="0"/>
              </a:spcBef>
              <a:spcAft>
                <a:spcPct val="0"/>
              </a:spcAft>
              <a:defRPr kumimoji="1" lang="ja-JP" altLang="en-US" sz="2000" b="0" kern="1200" smtClean="0">
                <a:solidFill>
                  <a:schemeClr val="accent2"/>
                </a:solidFill>
                <a:latin typeface="Meiryo UI" pitchFamily="50" charset="-128"/>
                <a:ea typeface="Meiryo UI" pitchFamily="50" charset="-128"/>
                <a:cs typeface="Meiryo UI" pitchFamily="50" charset="-128"/>
              </a:defRPr>
            </a:lvl1pPr>
            <a:lvl2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2pPr>
            <a:lvl3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3pPr>
            <a:lvl4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4pPr>
            <a:lvl5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5pPr>
            <a:lvl6pPr marL="389626" algn="ctr" rtl="0" fontAlgn="base">
              <a:spcBef>
                <a:spcPct val="0"/>
              </a:spcBef>
              <a:spcAft>
                <a:spcPct val="0"/>
              </a:spcAft>
              <a:defRPr sz="1700">
                <a:solidFill>
                  <a:schemeClr val="tx1"/>
                </a:solidFill>
                <a:latin typeface="HGPｺﾞｼｯｸE" pitchFamily="50" charset="-128"/>
                <a:ea typeface="HGPｺﾞｼｯｸE" pitchFamily="50" charset="-128"/>
              </a:defRPr>
            </a:lvl6pPr>
            <a:lvl7pPr marL="779252" algn="ctr" rtl="0" fontAlgn="base">
              <a:spcBef>
                <a:spcPct val="0"/>
              </a:spcBef>
              <a:spcAft>
                <a:spcPct val="0"/>
              </a:spcAft>
              <a:defRPr sz="1700">
                <a:solidFill>
                  <a:schemeClr val="tx1"/>
                </a:solidFill>
                <a:latin typeface="HGPｺﾞｼｯｸE" pitchFamily="50" charset="-128"/>
                <a:ea typeface="HGPｺﾞｼｯｸE" pitchFamily="50" charset="-128"/>
              </a:defRPr>
            </a:lvl7pPr>
            <a:lvl8pPr marL="1168878" algn="ctr" rtl="0" fontAlgn="base">
              <a:spcBef>
                <a:spcPct val="0"/>
              </a:spcBef>
              <a:spcAft>
                <a:spcPct val="0"/>
              </a:spcAft>
              <a:defRPr sz="1700">
                <a:solidFill>
                  <a:schemeClr val="tx1"/>
                </a:solidFill>
                <a:latin typeface="HGPｺﾞｼｯｸE" pitchFamily="50" charset="-128"/>
                <a:ea typeface="HGPｺﾞｼｯｸE" pitchFamily="50" charset="-128"/>
              </a:defRPr>
            </a:lvl8pPr>
            <a:lvl9pPr marL="1558503" algn="ctr" rtl="0" fontAlgn="base">
              <a:spcBef>
                <a:spcPct val="0"/>
              </a:spcBef>
              <a:spcAft>
                <a:spcPct val="0"/>
              </a:spcAft>
              <a:defRPr sz="1700">
                <a:solidFill>
                  <a:schemeClr val="tx1"/>
                </a:solidFill>
                <a:latin typeface="HGPｺﾞｼｯｸE" pitchFamily="50" charset="-128"/>
                <a:ea typeface="HGPｺﾞｼｯｸE" pitchFamily="50" charset="-128"/>
              </a:defRPr>
            </a:lvl9pPr>
          </a:lstStyle>
          <a:p>
            <a:pPr algn="l"/>
            <a:r>
              <a:rPr lang="ja-JP" altLang="en-US" sz="2275" b="1"/>
              <a:t>１．</a:t>
            </a:r>
            <a:r>
              <a:rPr lang="en-US" altLang="ja-JP" b="1"/>
              <a:t> Organization and Roles</a:t>
            </a:r>
            <a:endParaRPr lang="ja-JP" altLang="en-US" sz="2275" b="1"/>
          </a:p>
        </p:txBody>
      </p:sp>
      <p:cxnSp>
        <p:nvCxnSpPr>
          <p:cNvPr id="8" name="直線矢印コネクタ 7">
            <a:extLst>
              <a:ext uri="{FF2B5EF4-FFF2-40B4-BE49-F238E27FC236}">
                <a16:creationId xmlns:a16="http://schemas.microsoft.com/office/drawing/2014/main" id="{B2398CC4-018D-F6EA-5F8C-CAB7D909600F}"/>
              </a:ext>
            </a:extLst>
          </p:cNvPr>
          <p:cNvCxnSpPr>
            <a:cxnSpLocks/>
          </p:cNvCxnSpPr>
          <p:nvPr/>
        </p:nvCxnSpPr>
        <p:spPr bwMode="auto">
          <a:xfrm>
            <a:off x="5272468" y="1956695"/>
            <a:ext cx="3106111" cy="0"/>
          </a:xfrm>
          <a:prstGeom prst="straightConnector1">
            <a:avLst/>
          </a:prstGeom>
          <a:solidFill>
            <a:srgbClr val="FFFFFF"/>
          </a:solidFill>
          <a:ln w="63500" cap="flat" cmpd="sng" algn="ctr">
            <a:solidFill>
              <a:schemeClr val="accent2"/>
            </a:solidFill>
            <a:prstDash val="solid"/>
            <a:round/>
            <a:headEnd type="none" w="med" len="med"/>
            <a:tailEnd type="triangle"/>
          </a:ln>
          <a:effectLst/>
        </p:spPr>
      </p:cxnSp>
      <p:cxnSp>
        <p:nvCxnSpPr>
          <p:cNvPr id="6" name="直線矢印コネクタ 5">
            <a:extLst>
              <a:ext uri="{FF2B5EF4-FFF2-40B4-BE49-F238E27FC236}">
                <a16:creationId xmlns:a16="http://schemas.microsoft.com/office/drawing/2014/main" id="{6BD5C568-60F4-CCCA-E370-50F172D108FF}"/>
              </a:ext>
            </a:extLst>
          </p:cNvPr>
          <p:cNvCxnSpPr>
            <a:cxnSpLocks/>
          </p:cNvCxnSpPr>
          <p:nvPr/>
        </p:nvCxnSpPr>
        <p:spPr bwMode="auto">
          <a:xfrm flipH="1">
            <a:off x="5222246" y="2364911"/>
            <a:ext cx="3156333" cy="0"/>
          </a:xfrm>
          <a:prstGeom prst="straightConnector1">
            <a:avLst/>
          </a:prstGeom>
          <a:solidFill>
            <a:srgbClr val="FFFFFF"/>
          </a:solidFill>
          <a:ln w="63500" cap="flat" cmpd="sng" algn="ctr">
            <a:solidFill>
              <a:schemeClr val="accent2"/>
            </a:solidFill>
            <a:prstDash val="solid"/>
            <a:round/>
            <a:headEnd type="none" w="med" len="med"/>
            <a:tailEnd type="triangle"/>
          </a:ln>
          <a:effectLst/>
        </p:spPr>
      </p:cxnSp>
      <p:cxnSp>
        <p:nvCxnSpPr>
          <p:cNvPr id="12" name="直線矢印コネクタ 11">
            <a:extLst>
              <a:ext uri="{FF2B5EF4-FFF2-40B4-BE49-F238E27FC236}">
                <a16:creationId xmlns:a16="http://schemas.microsoft.com/office/drawing/2014/main" id="{F5F3F30D-FDE2-4740-F5B7-4541D30E8C64}"/>
              </a:ext>
            </a:extLst>
          </p:cNvPr>
          <p:cNvCxnSpPr>
            <a:cxnSpLocks/>
          </p:cNvCxnSpPr>
          <p:nvPr/>
        </p:nvCxnSpPr>
        <p:spPr bwMode="auto">
          <a:xfrm>
            <a:off x="5272468" y="4892903"/>
            <a:ext cx="3106111" cy="0"/>
          </a:xfrm>
          <a:prstGeom prst="straightConnector1">
            <a:avLst/>
          </a:prstGeom>
          <a:solidFill>
            <a:srgbClr val="FFFFFF"/>
          </a:solidFill>
          <a:ln w="63500" cap="flat" cmpd="sng" algn="ctr">
            <a:solidFill>
              <a:schemeClr val="accent2"/>
            </a:solidFill>
            <a:prstDash val="solid"/>
            <a:round/>
            <a:headEnd type="none" w="med" len="med"/>
            <a:tailEnd type="triangle"/>
          </a:ln>
          <a:effectLst/>
        </p:spPr>
      </p:cxnSp>
      <p:sp>
        <p:nvSpPr>
          <p:cNvPr id="13" name="タイトル 1">
            <a:extLst>
              <a:ext uri="{FF2B5EF4-FFF2-40B4-BE49-F238E27FC236}">
                <a16:creationId xmlns:a16="http://schemas.microsoft.com/office/drawing/2014/main" id="{D27D9954-44F8-43C5-85E9-4B3995C7A77D}"/>
              </a:ext>
            </a:extLst>
          </p:cNvPr>
          <p:cNvSpPr txBox="1">
            <a:spLocks/>
          </p:cNvSpPr>
          <p:nvPr/>
        </p:nvSpPr>
        <p:spPr bwMode="auto">
          <a:xfrm>
            <a:off x="5272467" y="4263737"/>
            <a:ext cx="3187439" cy="483054"/>
          </a:xfrm>
          <a:prstGeom prst="rect">
            <a:avLst/>
          </a:prstGeom>
          <a:noFill/>
          <a:ln w="9525">
            <a:noFill/>
            <a:miter lim="800000"/>
            <a:headEnd/>
            <a:tailEnd/>
          </a:ln>
        </p:spPr>
        <p:txBody>
          <a:bodyPr wrap="square" lIns="77114" tIns="37880" rIns="77114" bIns="37880" anchor="ctr"/>
          <a:lstStyle>
            <a:lvl1pPr algn="l" rtl="0" eaLnBrk="0" fontAlgn="base" hangingPunct="0">
              <a:spcBef>
                <a:spcPct val="0"/>
              </a:spcBef>
              <a:spcAft>
                <a:spcPct val="0"/>
              </a:spcAft>
              <a:defRPr kumimoji="1" lang="ja-JP" altLang="en-US" sz="2280" b="1" kern="1200">
                <a:solidFill>
                  <a:schemeClr val="accent2"/>
                </a:solidFill>
                <a:latin typeface="Meiryo UI" pitchFamily="50" charset="-128"/>
                <a:ea typeface="Meiryo UI" pitchFamily="50" charset="-128"/>
                <a:cs typeface="Meiryo UI" pitchFamily="50" charset="-128"/>
              </a:defRPr>
            </a:lvl1pPr>
            <a:lvl2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2pPr>
            <a:lvl3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3pPr>
            <a:lvl4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4pPr>
            <a:lvl5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5pPr>
            <a:lvl6pPr marL="316571" algn="ctr" rtl="0" fontAlgn="base">
              <a:spcBef>
                <a:spcPct val="0"/>
              </a:spcBef>
              <a:spcAft>
                <a:spcPct val="0"/>
              </a:spcAft>
              <a:defRPr sz="1381">
                <a:solidFill>
                  <a:schemeClr val="tx1"/>
                </a:solidFill>
                <a:latin typeface="HGPｺﾞｼｯｸE" pitchFamily="50" charset="-128"/>
                <a:ea typeface="HGPｺﾞｼｯｸE" pitchFamily="50" charset="-128"/>
              </a:defRPr>
            </a:lvl6pPr>
            <a:lvl7pPr marL="633142" algn="ctr" rtl="0" fontAlgn="base">
              <a:spcBef>
                <a:spcPct val="0"/>
              </a:spcBef>
              <a:spcAft>
                <a:spcPct val="0"/>
              </a:spcAft>
              <a:defRPr sz="1381">
                <a:solidFill>
                  <a:schemeClr val="tx1"/>
                </a:solidFill>
                <a:latin typeface="HGPｺﾞｼｯｸE" pitchFamily="50" charset="-128"/>
                <a:ea typeface="HGPｺﾞｼｯｸE" pitchFamily="50" charset="-128"/>
              </a:defRPr>
            </a:lvl7pPr>
            <a:lvl8pPr marL="949713" algn="ctr" rtl="0" fontAlgn="base">
              <a:spcBef>
                <a:spcPct val="0"/>
              </a:spcBef>
              <a:spcAft>
                <a:spcPct val="0"/>
              </a:spcAft>
              <a:defRPr sz="1381">
                <a:solidFill>
                  <a:schemeClr val="tx1"/>
                </a:solidFill>
                <a:latin typeface="HGPｺﾞｼｯｸE" pitchFamily="50" charset="-128"/>
                <a:ea typeface="HGPｺﾞｼｯｸE" pitchFamily="50" charset="-128"/>
              </a:defRPr>
            </a:lvl8pPr>
            <a:lvl9pPr marL="1266284" algn="ctr" rtl="0" fontAlgn="base">
              <a:spcBef>
                <a:spcPct val="0"/>
              </a:spcBef>
              <a:spcAft>
                <a:spcPct val="0"/>
              </a:spcAft>
              <a:defRPr sz="1381">
                <a:solidFill>
                  <a:schemeClr val="tx1"/>
                </a:solidFill>
                <a:latin typeface="HGPｺﾞｼｯｸE" pitchFamily="50" charset="-128"/>
                <a:ea typeface="HGPｺﾞｼｯｸE" pitchFamily="50" charset="-128"/>
              </a:defRPr>
            </a:lvl9pPr>
          </a:lstStyle>
          <a:p>
            <a:r>
              <a:rPr lang="en-US" altLang="ja-JP" sz="1200"/>
              <a:t>(Physical inspection of certain fixed assets)Attended as a witness(*2)</a:t>
            </a:r>
          </a:p>
        </p:txBody>
      </p:sp>
      <p:sp>
        <p:nvSpPr>
          <p:cNvPr id="14" name="タイトル 1">
            <a:extLst>
              <a:ext uri="{FF2B5EF4-FFF2-40B4-BE49-F238E27FC236}">
                <a16:creationId xmlns:a16="http://schemas.microsoft.com/office/drawing/2014/main" id="{63956862-AB9D-C88A-8A51-C7F953838AE3}"/>
              </a:ext>
            </a:extLst>
          </p:cNvPr>
          <p:cNvSpPr txBox="1">
            <a:spLocks/>
          </p:cNvSpPr>
          <p:nvPr/>
        </p:nvSpPr>
        <p:spPr bwMode="auto">
          <a:xfrm>
            <a:off x="2147484" y="855131"/>
            <a:ext cx="981084" cy="748112"/>
          </a:xfrm>
          <a:prstGeom prst="rect">
            <a:avLst/>
          </a:prstGeom>
          <a:noFill/>
          <a:ln w="9525">
            <a:noFill/>
            <a:miter lim="800000"/>
            <a:headEnd/>
            <a:tailEnd/>
          </a:ln>
        </p:spPr>
        <p:txBody>
          <a:bodyPr wrap="none" lIns="77114" tIns="37880" rIns="77114" bIns="37880" anchor="ctr"/>
          <a:lstStyle>
            <a:lvl1pPr algn="l" rtl="0" eaLnBrk="0" fontAlgn="base" hangingPunct="0">
              <a:spcBef>
                <a:spcPct val="0"/>
              </a:spcBef>
              <a:spcAft>
                <a:spcPct val="0"/>
              </a:spcAft>
              <a:defRPr kumimoji="1" lang="ja-JP" altLang="en-US" sz="2280" b="1" kern="1200">
                <a:solidFill>
                  <a:schemeClr val="accent2"/>
                </a:solidFill>
                <a:latin typeface="Meiryo UI" pitchFamily="50" charset="-128"/>
                <a:ea typeface="Meiryo UI" pitchFamily="50" charset="-128"/>
                <a:cs typeface="Meiryo UI" pitchFamily="50" charset="-128"/>
              </a:defRPr>
            </a:lvl1pPr>
            <a:lvl2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2pPr>
            <a:lvl3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3pPr>
            <a:lvl4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4pPr>
            <a:lvl5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5pPr>
            <a:lvl6pPr marL="316571" algn="ctr" rtl="0" fontAlgn="base">
              <a:spcBef>
                <a:spcPct val="0"/>
              </a:spcBef>
              <a:spcAft>
                <a:spcPct val="0"/>
              </a:spcAft>
              <a:defRPr sz="1381">
                <a:solidFill>
                  <a:schemeClr val="tx1"/>
                </a:solidFill>
                <a:latin typeface="HGPｺﾞｼｯｸE" pitchFamily="50" charset="-128"/>
                <a:ea typeface="HGPｺﾞｼｯｸE" pitchFamily="50" charset="-128"/>
              </a:defRPr>
            </a:lvl6pPr>
            <a:lvl7pPr marL="633142" algn="ctr" rtl="0" fontAlgn="base">
              <a:spcBef>
                <a:spcPct val="0"/>
              </a:spcBef>
              <a:spcAft>
                <a:spcPct val="0"/>
              </a:spcAft>
              <a:defRPr sz="1381">
                <a:solidFill>
                  <a:schemeClr val="tx1"/>
                </a:solidFill>
                <a:latin typeface="HGPｺﾞｼｯｸE" pitchFamily="50" charset="-128"/>
                <a:ea typeface="HGPｺﾞｼｯｸE" pitchFamily="50" charset="-128"/>
              </a:defRPr>
            </a:lvl7pPr>
            <a:lvl8pPr marL="949713" algn="ctr" rtl="0" fontAlgn="base">
              <a:spcBef>
                <a:spcPct val="0"/>
              </a:spcBef>
              <a:spcAft>
                <a:spcPct val="0"/>
              </a:spcAft>
              <a:defRPr sz="1381">
                <a:solidFill>
                  <a:schemeClr val="tx1"/>
                </a:solidFill>
                <a:latin typeface="HGPｺﾞｼｯｸE" pitchFamily="50" charset="-128"/>
                <a:ea typeface="HGPｺﾞｼｯｸE" pitchFamily="50" charset="-128"/>
              </a:defRPr>
            </a:lvl8pPr>
            <a:lvl9pPr marL="1266284" algn="ctr" rtl="0" fontAlgn="base">
              <a:spcBef>
                <a:spcPct val="0"/>
              </a:spcBef>
              <a:spcAft>
                <a:spcPct val="0"/>
              </a:spcAft>
              <a:defRPr sz="1381">
                <a:solidFill>
                  <a:schemeClr val="tx1"/>
                </a:solidFill>
                <a:latin typeface="HGPｺﾞｼｯｸE" pitchFamily="50" charset="-128"/>
                <a:ea typeface="HGPｺﾞｼｯｸE" pitchFamily="50" charset="-128"/>
              </a:defRPr>
            </a:lvl9pPr>
          </a:lstStyle>
          <a:p>
            <a:r>
              <a:rPr lang="en-US" altLang="ja-JP" sz="1100"/>
              <a:t>Support</a:t>
            </a:r>
          </a:p>
        </p:txBody>
      </p:sp>
      <p:cxnSp>
        <p:nvCxnSpPr>
          <p:cNvPr id="15" name="直線矢印コネクタ 14">
            <a:extLst>
              <a:ext uri="{FF2B5EF4-FFF2-40B4-BE49-F238E27FC236}">
                <a16:creationId xmlns:a16="http://schemas.microsoft.com/office/drawing/2014/main" id="{58F53F46-DCF0-D347-62C3-34C11EF7F47F}"/>
              </a:ext>
            </a:extLst>
          </p:cNvPr>
          <p:cNvCxnSpPr>
            <a:cxnSpLocks/>
          </p:cNvCxnSpPr>
          <p:nvPr/>
        </p:nvCxnSpPr>
        <p:spPr bwMode="auto">
          <a:xfrm flipV="1">
            <a:off x="3416192" y="2626731"/>
            <a:ext cx="0" cy="656645"/>
          </a:xfrm>
          <a:prstGeom prst="straightConnector1">
            <a:avLst/>
          </a:prstGeom>
          <a:solidFill>
            <a:srgbClr val="FFFFFF"/>
          </a:solidFill>
          <a:ln w="63500" cap="flat" cmpd="sng" algn="ctr">
            <a:solidFill>
              <a:schemeClr val="accent2"/>
            </a:solidFill>
            <a:prstDash val="solid"/>
            <a:round/>
            <a:headEnd type="none" w="med" len="med"/>
            <a:tailEnd type="triangle"/>
          </a:ln>
          <a:effectLst/>
        </p:spPr>
      </p:cxnSp>
      <p:sp>
        <p:nvSpPr>
          <p:cNvPr id="27" name="タイトル 1">
            <a:extLst>
              <a:ext uri="{FF2B5EF4-FFF2-40B4-BE49-F238E27FC236}">
                <a16:creationId xmlns:a16="http://schemas.microsoft.com/office/drawing/2014/main" id="{43A4C11B-CDED-B701-DE4D-6ADD378ED7C5}"/>
              </a:ext>
            </a:extLst>
          </p:cNvPr>
          <p:cNvSpPr txBox="1">
            <a:spLocks/>
          </p:cNvSpPr>
          <p:nvPr/>
        </p:nvSpPr>
        <p:spPr bwMode="auto">
          <a:xfrm>
            <a:off x="2840950" y="4174304"/>
            <a:ext cx="2381295" cy="841534"/>
          </a:xfrm>
          <a:prstGeom prst="rect">
            <a:avLst/>
          </a:prstGeom>
          <a:solidFill>
            <a:srgbClr val="F9DFF9"/>
          </a:solidFill>
          <a:ln w="9525">
            <a:solidFill>
              <a:schemeClr val="tx1"/>
            </a:solidFill>
            <a:miter lim="800000"/>
            <a:headEnd/>
            <a:tailEnd/>
          </a:ln>
        </p:spPr>
        <p:txBody>
          <a:bodyPr wrap="square" lIns="77114" tIns="37880" rIns="77114" bIns="37880" anchor="ctr"/>
          <a:lstStyle>
            <a:lvl1pPr algn="l" rtl="0" eaLnBrk="0" fontAlgn="base" hangingPunct="0">
              <a:spcBef>
                <a:spcPct val="0"/>
              </a:spcBef>
              <a:spcAft>
                <a:spcPct val="0"/>
              </a:spcAft>
              <a:defRPr kumimoji="1" lang="ja-JP" altLang="en-US" sz="2280" b="1" kern="1200">
                <a:solidFill>
                  <a:schemeClr val="accent2"/>
                </a:solidFill>
                <a:latin typeface="Meiryo UI" pitchFamily="50" charset="-128"/>
                <a:ea typeface="Meiryo UI" pitchFamily="50" charset="-128"/>
                <a:cs typeface="Meiryo UI" pitchFamily="50" charset="-128"/>
              </a:defRPr>
            </a:lvl1pPr>
            <a:lvl2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2pPr>
            <a:lvl3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3pPr>
            <a:lvl4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4pPr>
            <a:lvl5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5pPr>
            <a:lvl6pPr marL="316571" algn="ctr" rtl="0" fontAlgn="base">
              <a:spcBef>
                <a:spcPct val="0"/>
              </a:spcBef>
              <a:spcAft>
                <a:spcPct val="0"/>
              </a:spcAft>
              <a:defRPr sz="1381">
                <a:solidFill>
                  <a:schemeClr val="tx1"/>
                </a:solidFill>
                <a:latin typeface="HGPｺﾞｼｯｸE" pitchFamily="50" charset="-128"/>
                <a:ea typeface="HGPｺﾞｼｯｸE" pitchFamily="50" charset="-128"/>
              </a:defRPr>
            </a:lvl6pPr>
            <a:lvl7pPr marL="633142" algn="ctr" rtl="0" fontAlgn="base">
              <a:spcBef>
                <a:spcPct val="0"/>
              </a:spcBef>
              <a:spcAft>
                <a:spcPct val="0"/>
              </a:spcAft>
              <a:defRPr sz="1381">
                <a:solidFill>
                  <a:schemeClr val="tx1"/>
                </a:solidFill>
                <a:latin typeface="HGPｺﾞｼｯｸE" pitchFamily="50" charset="-128"/>
                <a:ea typeface="HGPｺﾞｼｯｸE" pitchFamily="50" charset="-128"/>
              </a:defRPr>
            </a:lvl7pPr>
            <a:lvl8pPr marL="949713" algn="ctr" rtl="0" fontAlgn="base">
              <a:spcBef>
                <a:spcPct val="0"/>
              </a:spcBef>
              <a:spcAft>
                <a:spcPct val="0"/>
              </a:spcAft>
              <a:defRPr sz="1381">
                <a:solidFill>
                  <a:schemeClr val="tx1"/>
                </a:solidFill>
                <a:latin typeface="HGPｺﾞｼｯｸE" pitchFamily="50" charset="-128"/>
                <a:ea typeface="HGPｺﾞｼｯｸE" pitchFamily="50" charset="-128"/>
              </a:defRPr>
            </a:lvl8pPr>
            <a:lvl9pPr marL="1266284" algn="ctr" rtl="0" fontAlgn="base">
              <a:spcBef>
                <a:spcPct val="0"/>
              </a:spcBef>
              <a:spcAft>
                <a:spcPct val="0"/>
              </a:spcAft>
              <a:defRPr sz="1381">
                <a:solidFill>
                  <a:schemeClr val="tx1"/>
                </a:solidFill>
                <a:latin typeface="HGPｺﾞｼｯｸE" pitchFamily="50" charset="-128"/>
                <a:ea typeface="HGPｺﾞｼｯｸE" pitchFamily="50" charset="-128"/>
              </a:defRPr>
            </a:lvl9pPr>
          </a:lstStyle>
          <a:p>
            <a:pPr algn="ctr"/>
            <a:r>
              <a:rPr lang="en-US" altLang="ja-JP" sz="1050"/>
              <a:t>A manager from the subsidiary, a manager from the parent company, or an external expert(any one of these)</a:t>
            </a:r>
            <a:endParaRPr lang="ja-JP" altLang="en-US" sz="1050"/>
          </a:p>
        </p:txBody>
      </p:sp>
      <p:cxnSp>
        <p:nvCxnSpPr>
          <p:cNvPr id="30" name="直線矢印コネクタ 29">
            <a:extLst>
              <a:ext uri="{FF2B5EF4-FFF2-40B4-BE49-F238E27FC236}">
                <a16:creationId xmlns:a16="http://schemas.microsoft.com/office/drawing/2014/main" id="{BDD92607-8479-E1BF-C4FD-9CCE01F92232}"/>
              </a:ext>
            </a:extLst>
          </p:cNvPr>
          <p:cNvCxnSpPr>
            <a:cxnSpLocks/>
          </p:cNvCxnSpPr>
          <p:nvPr/>
        </p:nvCxnSpPr>
        <p:spPr bwMode="auto">
          <a:xfrm>
            <a:off x="2231472" y="3632372"/>
            <a:ext cx="503339" cy="0"/>
          </a:xfrm>
          <a:prstGeom prst="straightConnector1">
            <a:avLst/>
          </a:prstGeom>
          <a:solidFill>
            <a:srgbClr val="FFFFFF"/>
          </a:solidFill>
          <a:ln w="63500" cap="flat" cmpd="sng" algn="ctr">
            <a:solidFill>
              <a:schemeClr val="accent2"/>
            </a:solidFill>
            <a:prstDash val="solid"/>
            <a:round/>
            <a:headEnd type="none" w="med" len="med"/>
            <a:tailEnd type="triangle"/>
          </a:ln>
          <a:effectLst/>
        </p:spPr>
      </p:cxnSp>
      <p:cxnSp>
        <p:nvCxnSpPr>
          <p:cNvPr id="31" name="直線矢印コネクタ 30">
            <a:extLst>
              <a:ext uri="{FF2B5EF4-FFF2-40B4-BE49-F238E27FC236}">
                <a16:creationId xmlns:a16="http://schemas.microsoft.com/office/drawing/2014/main" id="{1445BA77-C426-0474-16F7-CF292633C3E1}"/>
              </a:ext>
            </a:extLst>
          </p:cNvPr>
          <p:cNvCxnSpPr>
            <a:cxnSpLocks/>
          </p:cNvCxnSpPr>
          <p:nvPr/>
        </p:nvCxnSpPr>
        <p:spPr bwMode="auto">
          <a:xfrm>
            <a:off x="2231472" y="4665616"/>
            <a:ext cx="503339" cy="0"/>
          </a:xfrm>
          <a:prstGeom prst="straightConnector1">
            <a:avLst/>
          </a:prstGeom>
          <a:solidFill>
            <a:srgbClr val="FFFFFF"/>
          </a:solidFill>
          <a:ln w="63500" cap="flat" cmpd="sng" algn="ctr">
            <a:solidFill>
              <a:schemeClr val="accent2"/>
            </a:solidFill>
            <a:prstDash val="solid"/>
            <a:round/>
            <a:headEnd type="none" w="med" len="med"/>
            <a:tailEnd type="triangle"/>
          </a:ln>
          <a:effectLst/>
        </p:spPr>
      </p:cxnSp>
      <p:sp>
        <p:nvSpPr>
          <p:cNvPr id="32" name="タイトル 1">
            <a:extLst>
              <a:ext uri="{FF2B5EF4-FFF2-40B4-BE49-F238E27FC236}">
                <a16:creationId xmlns:a16="http://schemas.microsoft.com/office/drawing/2014/main" id="{61BB2B97-EA33-3DB0-A93D-79671F922E48}"/>
              </a:ext>
            </a:extLst>
          </p:cNvPr>
          <p:cNvSpPr txBox="1">
            <a:spLocks/>
          </p:cNvSpPr>
          <p:nvPr/>
        </p:nvSpPr>
        <p:spPr bwMode="auto">
          <a:xfrm>
            <a:off x="2126755" y="3073173"/>
            <a:ext cx="981084" cy="748112"/>
          </a:xfrm>
          <a:prstGeom prst="rect">
            <a:avLst/>
          </a:prstGeom>
          <a:noFill/>
          <a:ln w="9525">
            <a:noFill/>
            <a:miter lim="800000"/>
            <a:headEnd/>
            <a:tailEnd/>
          </a:ln>
        </p:spPr>
        <p:txBody>
          <a:bodyPr wrap="none" lIns="77114" tIns="37880" rIns="77114" bIns="37880" anchor="ctr"/>
          <a:lstStyle>
            <a:lvl1pPr algn="l" rtl="0" eaLnBrk="0" fontAlgn="base" hangingPunct="0">
              <a:spcBef>
                <a:spcPct val="0"/>
              </a:spcBef>
              <a:spcAft>
                <a:spcPct val="0"/>
              </a:spcAft>
              <a:defRPr kumimoji="1" lang="ja-JP" altLang="en-US" sz="2280" b="1" kern="1200">
                <a:solidFill>
                  <a:schemeClr val="accent2"/>
                </a:solidFill>
                <a:latin typeface="Meiryo UI" pitchFamily="50" charset="-128"/>
                <a:ea typeface="Meiryo UI" pitchFamily="50" charset="-128"/>
                <a:cs typeface="Meiryo UI" pitchFamily="50" charset="-128"/>
              </a:defRPr>
            </a:lvl1pPr>
            <a:lvl2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2pPr>
            <a:lvl3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3pPr>
            <a:lvl4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4pPr>
            <a:lvl5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5pPr>
            <a:lvl6pPr marL="316571" algn="ctr" rtl="0" fontAlgn="base">
              <a:spcBef>
                <a:spcPct val="0"/>
              </a:spcBef>
              <a:spcAft>
                <a:spcPct val="0"/>
              </a:spcAft>
              <a:defRPr sz="1381">
                <a:solidFill>
                  <a:schemeClr val="tx1"/>
                </a:solidFill>
                <a:latin typeface="HGPｺﾞｼｯｸE" pitchFamily="50" charset="-128"/>
                <a:ea typeface="HGPｺﾞｼｯｸE" pitchFamily="50" charset="-128"/>
              </a:defRPr>
            </a:lvl6pPr>
            <a:lvl7pPr marL="633142" algn="ctr" rtl="0" fontAlgn="base">
              <a:spcBef>
                <a:spcPct val="0"/>
              </a:spcBef>
              <a:spcAft>
                <a:spcPct val="0"/>
              </a:spcAft>
              <a:defRPr sz="1381">
                <a:solidFill>
                  <a:schemeClr val="tx1"/>
                </a:solidFill>
                <a:latin typeface="HGPｺﾞｼｯｸE" pitchFamily="50" charset="-128"/>
                <a:ea typeface="HGPｺﾞｼｯｸE" pitchFamily="50" charset="-128"/>
              </a:defRPr>
            </a:lvl7pPr>
            <a:lvl8pPr marL="949713" algn="ctr" rtl="0" fontAlgn="base">
              <a:spcBef>
                <a:spcPct val="0"/>
              </a:spcBef>
              <a:spcAft>
                <a:spcPct val="0"/>
              </a:spcAft>
              <a:defRPr sz="1381">
                <a:solidFill>
                  <a:schemeClr val="tx1"/>
                </a:solidFill>
                <a:latin typeface="HGPｺﾞｼｯｸE" pitchFamily="50" charset="-128"/>
                <a:ea typeface="HGPｺﾞｼｯｸE" pitchFamily="50" charset="-128"/>
              </a:defRPr>
            </a:lvl8pPr>
            <a:lvl9pPr marL="1266284" algn="ctr" rtl="0" fontAlgn="base">
              <a:spcBef>
                <a:spcPct val="0"/>
              </a:spcBef>
              <a:spcAft>
                <a:spcPct val="0"/>
              </a:spcAft>
              <a:defRPr sz="1381">
                <a:solidFill>
                  <a:schemeClr val="tx1"/>
                </a:solidFill>
                <a:latin typeface="HGPｺﾞｼｯｸE" pitchFamily="50" charset="-128"/>
                <a:ea typeface="HGPｺﾞｼｯｸE" pitchFamily="50" charset="-128"/>
              </a:defRPr>
            </a:lvl9pPr>
          </a:lstStyle>
          <a:p>
            <a:r>
              <a:rPr lang="en-US" altLang="ja-JP" sz="1100"/>
              <a:t>Support</a:t>
            </a:r>
          </a:p>
        </p:txBody>
      </p:sp>
      <p:sp>
        <p:nvSpPr>
          <p:cNvPr id="33" name="タイトル 1">
            <a:extLst>
              <a:ext uri="{FF2B5EF4-FFF2-40B4-BE49-F238E27FC236}">
                <a16:creationId xmlns:a16="http://schemas.microsoft.com/office/drawing/2014/main" id="{13C25CE6-1760-F97B-560F-6C745E36DA00}"/>
              </a:ext>
            </a:extLst>
          </p:cNvPr>
          <p:cNvSpPr txBox="1">
            <a:spLocks/>
          </p:cNvSpPr>
          <p:nvPr/>
        </p:nvSpPr>
        <p:spPr bwMode="auto">
          <a:xfrm>
            <a:off x="2126755" y="4078814"/>
            <a:ext cx="981084" cy="748112"/>
          </a:xfrm>
          <a:prstGeom prst="rect">
            <a:avLst/>
          </a:prstGeom>
          <a:noFill/>
          <a:ln w="9525">
            <a:noFill/>
            <a:miter lim="800000"/>
            <a:headEnd/>
            <a:tailEnd/>
          </a:ln>
        </p:spPr>
        <p:txBody>
          <a:bodyPr wrap="none" lIns="77114" tIns="37880" rIns="77114" bIns="37880" anchor="ctr"/>
          <a:lstStyle>
            <a:lvl1pPr algn="l" rtl="0" eaLnBrk="0" fontAlgn="base" hangingPunct="0">
              <a:spcBef>
                <a:spcPct val="0"/>
              </a:spcBef>
              <a:spcAft>
                <a:spcPct val="0"/>
              </a:spcAft>
              <a:defRPr kumimoji="1" lang="ja-JP" altLang="en-US" sz="2280" b="1" kern="1200">
                <a:solidFill>
                  <a:schemeClr val="accent2"/>
                </a:solidFill>
                <a:latin typeface="Meiryo UI" pitchFamily="50" charset="-128"/>
                <a:ea typeface="Meiryo UI" pitchFamily="50" charset="-128"/>
                <a:cs typeface="Meiryo UI" pitchFamily="50" charset="-128"/>
              </a:defRPr>
            </a:lvl1pPr>
            <a:lvl2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2pPr>
            <a:lvl3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3pPr>
            <a:lvl4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4pPr>
            <a:lvl5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5pPr>
            <a:lvl6pPr marL="316571" algn="ctr" rtl="0" fontAlgn="base">
              <a:spcBef>
                <a:spcPct val="0"/>
              </a:spcBef>
              <a:spcAft>
                <a:spcPct val="0"/>
              </a:spcAft>
              <a:defRPr sz="1381">
                <a:solidFill>
                  <a:schemeClr val="tx1"/>
                </a:solidFill>
                <a:latin typeface="HGPｺﾞｼｯｸE" pitchFamily="50" charset="-128"/>
                <a:ea typeface="HGPｺﾞｼｯｸE" pitchFamily="50" charset="-128"/>
              </a:defRPr>
            </a:lvl6pPr>
            <a:lvl7pPr marL="633142" algn="ctr" rtl="0" fontAlgn="base">
              <a:spcBef>
                <a:spcPct val="0"/>
              </a:spcBef>
              <a:spcAft>
                <a:spcPct val="0"/>
              </a:spcAft>
              <a:defRPr sz="1381">
                <a:solidFill>
                  <a:schemeClr val="tx1"/>
                </a:solidFill>
                <a:latin typeface="HGPｺﾞｼｯｸE" pitchFamily="50" charset="-128"/>
                <a:ea typeface="HGPｺﾞｼｯｸE" pitchFamily="50" charset="-128"/>
              </a:defRPr>
            </a:lvl7pPr>
            <a:lvl8pPr marL="949713" algn="ctr" rtl="0" fontAlgn="base">
              <a:spcBef>
                <a:spcPct val="0"/>
              </a:spcBef>
              <a:spcAft>
                <a:spcPct val="0"/>
              </a:spcAft>
              <a:defRPr sz="1381">
                <a:solidFill>
                  <a:schemeClr val="tx1"/>
                </a:solidFill>
                <a:latin typeface="HGPｺﾞｼｯｸE" pitchFamily="50" charset="-128"/>
                <a:ea typeface="HGPｺﾞｼｯｸE" pitchFamily="50" charset="-128"/>
              </a:defRPr>
            </a:lvl8pPr>
            <a:lvl9pPr marL="1266284" algn="ctr" rtl="0" fontAlgn="base">
              <a:spcBef>
                <a:spcPct val="0"/>
              </a:spcBef>
              <a:spcAft>
                <a:spcPct val="0"/>
              </a:spcAft>
              <a:defRPr sz="1381">
                <a:solidFill>
                  <a:schemeClr val="tx1"/>
                </a:solidFill>
                <a:latin typeface="HGPｺﾞｼｯｸE" pitchFamily="50" charset="-128"/>
                <a:ea typeface="HGPｺﾞｼｯｸE" pitchFamily="50" charset="-128"/>
              </a:defRPr>
            </a:lvl9pPr>
          </a:lstStyle>
          <a:p>
            <a:r>
              <a:rPr lang="en-US" altLang="ja-JP" sz="1100"/>
              <a:t>Support</a:t>
            </a:r>
          </a:p>
        </p:txBody>
      </p:sp>
      <p:sp>
        <p:nvSpPr>
          <p:cNvPr id="3" name="タイトル 1">
            <a:extLst>
              <a:ext uri="{FF2B5EF4-FFF2-40B4-BE49-F238E27FC236}">
                <a16:creationId xmlns:a16="http://schemas.microsoft.com/office/drawing/2014/main" id="{98FD8F86-5A6D-F457-9C3E-DDE9B6504518}"/>
              </a:ext>
            </a:extLst>
          </p:cNvPr>
          <p:cNvSpPr txBox="1">
            <a:spLocks/>
          </p:cNvSpPr>
          <p:nvPr/>
        </p:nvSpPr>
        <p:spPr bwMode="auto">
          <a:xfrm>
            <a:off x="5321183" y="963734"/>
            <a:ext cx="3138724" cy="753924"/>
          </a:xfrm>
          <a:prstGeom prst="rect">
            <a:avLst/>
          </a:prstGeom>
          <a:noFill/>
          <a:ln w="9525">
            <a:noFill/>
            <a:miter lim="800000"/>
            <a:headEnd/>
            <a:tailEnd/>
          </a:ln>
        </p:spPr>
        <p:txBody>
          <a:bodyPr wrap="none" lIns="77114" tIns="37880" rIns="77114" bIns="37880" anchor="ctr"/>
          <a:lstStyle>
            <a:lvl1pPr algn="l" rtl="0" eaLnBrk="0" fontAlgn="base" hangingPunct="0">
              <a:spcBef>
                <a:spcPct val="0"/>
              </a:spcBef>
              <a:spcAft>
                <a:spcPct val="0"/>
              </a:spcAft>
              <a:defRPr kumimoji="1" lang="ja-JP" altLang="en-US" sz="2280" b="1" kern="1200">
                <a:solidFill>
                  <a:schemeClr val="accent2"/>
                </a:solidFill>
                <a:latin typeface="Meiryo UI" pitchFamily="50" charset="-128"/>
                <a:ea typeface="Meiryo UI" pitchFamily="50" charset="-128"/>
                <a:cs typeface="Meiryo UI" pitchFamily="50" charset="-128"/>
              </a:defRPr>
            </a:lvl1pPr>
            <a:lvl2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2pPr>
            <a:lvl3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3pPr>
            <a:lvl4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4pPr>
            <a:lvl5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5pPr>
            <a:lvl6pPr marL="316571" algn="ctr" rtl="0" fontAlgn="base">
              <a:spcBef>
                <a:spcPct val="0"/>
              </a:spcBef>
              <a:spcAft>
                <a:spcPct val="0"/>
              </a:spcAft>
              <a:defRPr sz="1381">
                <a:solidFill>
                  <a:schemeClr val="tx1"/>
                </a:solidFill>
                <a:latin typeface="HGPｺﾞｼｯｸE" pitchFamily="50" charset="-128"/>
                <a:ea typeface="HGPｺﾞｼｯｸE" pitchFamily="50" charset="-128"/>
              </a:defRPr>
            </a:lvl6pPr>
            <a:lvl7pPr marL="633142" algn="ctr" rtl="0" fontAlgn="base">
              <a:spcBef>
                <a:spcPct val="0"/>
              </a:spcBef>
              <a:spcAft>
                <a:spcPct val="0"/>
              </a:spcAft>
              <a:defRPr sz="1381">
                <a:solidFill>
                  <a:schemeClr val="tx1"/>
                </a:solidFill>
                <a:latin typeface="HGPｺﾞｼｯｸE" pitchFamily="50" charset="-128"/>
                <a:ea typeface="HGPｺﾞｼｯｸE" pitchFamily="50" charset="-128"/>
              </a:defRPr>
            </a:lvl7pPr>
            <a:lvl8pPr marL="949713" algn="ctr" rtl="0" fontAlgn="base">
              <a:spcBef>
                <a:spcPct val="0"/>
              </a:spcBef>
              <a:spcAft>
                <a:spcPct val="0"/>
              </a:spcAft>
              <a:defRPr sz="1381">
                <a:solidFill>
                  <a:schemeClr val="tx1"/>
                </a:solidFill>
                <a:latin typeface="HGPｺﾞｼｯｸE" pitchFamily="50" charset="-128"/>
                <a:ea typeface="HGPｺﾞｼｯｸE" pitchFamily="50" charset="-128"/>
              </a:defRPr>
            </a:lvl8pPr>
            <a:lvl9pPr marL="1266284" algn="ctr" rtl="0" fontAlgn="base">
              <a:spcBef>
                <a:spcPct val="0"/>
              </a:spcBef>
              <a:spcAft>
                <a:spcPct val="0"/>
              </a:spcAft>
              <a:defRPr sz="1381">
                <a:solidFill>
                  <a:schemeClr val="tx1"/>
                </a:solidFill>
                <a:latin typeface="HGPｺﾞｼｯｸE" pitchFamily="50" charset="-128"/>
                <a:ea typeface="HGPｺﾞｼｯｸE" pitchFamily="50" charset="-128"/>
              </a:defRPr>
            </a:lvl9pPr>
          </a:lstStyle>
          <a:p>
            <a:r>
              <a:rPr lang="ja-JP" altLang="en-US" sz="1200"/>
              <a:t>①</a:t>
            </a:r>
            <a:r>
              <a:rPr lang="en-US" altLang="ja-JP" sz="1200"/>
              <a:t>Issuance of notices/circulars </a:t>
            </a:r>
          </a:p>
          <a:p>
            <a:r>
              <a:rPr lang="en-US" altLang="ja-JP" sz="1200"/>
              <a:t>and checklists</a:t>
            </a:r>
          </a:p>
          <a:p>
            <a:r>
              <a:rPr lang="ja-JP" altLang="en-US" sz="1200"/>
              <a:t>②</a:t>
            </a:r>
            <a:r>
              <a:rPr lang="en-US" altLang="ja-JP" sz="1200"/>
              <a:t>Quality control and monitoring </a:t>
            </a:r>
          </a:p>
          <a:p>
            <a:r>
              <a:rPr lang="en-US" altLang="ja-JP" sz="1200"/>
              <a:t>of each company’s response status</a:t>
            </a:r>
          </a:p>
        </p:txBody>
      </p:sp>
      <p:sp>
        <p:nvSpPr>
          <p:cNvPr id="4" name="タイトル 1">
            <a:extLst>
              <a:ext uri="{FF2B5EF4-FFF2-40B4-BE49-F238E27FC236}">
                <a16:creationId xmlns:a16="http://schemas.microsoft.com/office/drawing/2014/main" id="{4A170092-DCFA-6BD9-EC22-A3EE830285A7}"/>
              </a:ext>
            </a:extLst>
          </p:cNvPr>
          <p:cNvSpPr txBox="1">
            <a:spLocks/>
          </p:cNvSpPr>
          <p:nvPr/>
        </p:nvSpPr>
        <p:spPr bwMode="auto">
          <a:xfrm>
            <a:off x="339308" y="5155007"/>
            <a:ext cx="9324809" cy="1102924"/>
          </a:xfrm>
          <a:prstGeom prst="rect">
            <a:avLst/>
          </a:prstGeom>
          <a:noFill/>
          <a:ln w="9525">
            <a:noFill/>
            <a:miter lim="800000"/>
            <a:headEnd/>
            <a:tailEnd/>
          </a:ln>
        </p:spPr>
        <p:txBody>
          <a:bodyPr wrap="square" lIns="77114" tIns="37880" rIns="77114" bIns="37880" anchor="ctr">
            <a:noAutofit/>
          </a:bodyPr>
          <a:lstStyle>
            <a:lvl1pPr algn="l" rtl="0" eaLnBrk="0" fontAlgn="base" hangingPunct="0">
              <a:spcBef>
                <a:spcPct val="0"/>
              </a:spcBef>
              <a:spcAft>
                <a:spcPct val="0"/>
              </a:spcAft>
              <a:defRPr kumimoji="1" lang="ja-JP" altLang="en-US" sz="2280" b="1" kern="1200">
                <a:solidFill>
                  <a:schemeClr val="accent2"/>
                </a:solidFill>
                <a:latin typeface="Meiryo UI" pitchFamily="50" charset="-128"/>
                <a:ea typeface="Meiryo UI" pitchFamily="50" charset="-128"/>
                <a:cs typeface="Meiryo UI" pitchFamily="50" charset="-128"/>
              </a:defRPr>
            </a:lvl1pPr>
            <a:lvl2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2pPr>
            <a:lvl3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3pPr>
            <a:lvl4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4pPr>
            <a:lvl5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5pPr>
            <a:lvl6pPr marL="316571" algn="ctr" rtl="0" fontAlgn="base">
              <a:spcBef>
                <a:spcPct val="0"/>
              </a:spcBef>
              <a:spcAft>
                <a:spcPct val="0"/>
              </a:spcAft>
              <a:defRPr sz="1381">
                <a:solidFill>
                  <a:schemeClr val="tx1"/>
                </a:solidFill>
                <a:latin typeface="HGPｺﾞｼｯｸE" pitchFamily="50" charset="-128"/>
                <a:ea typeface="HGPｺﾞｼｯｸE" pitchFamily="50" charset="-128"/>
              </a:defRPr>
            </a:lvl6pPr>
            <a:lvl7pPr marL="633142" algn="ctr" rtl="0" fontAlgn="base">
              <a:spcBef>
                <a:spcPct val="0"/>
              </a:spcBef>
              <a:spcAft>
                <a:spcPct val="0"/>
              </a:spcAft>
              <a:defRPr sz="1381">
                <a:solidFill>
                  <a:schemeClr val="tx1"/>
                </a:solidFill>
                <a:latin typeface="HGPｺﾞｼｯｸE" pitchFamily="50" charset="-128"/>
                <a:ea typeface="HGPｺﾞｼｯｸE" pitchFamily="50" charset="-128"/>
              </a:defRPr>
            </a:lvl7pPr>
            <a:lvl8pPr marL="949713" algn="ctr" rtl="0" fontAlgn="base">
              <a:spcBef>
                <a:spcPct val="0"/>
              </a:spcBef>
              <a:spcAft>
                <a:spcPct val="0"/>
              </a:spcAft>
              <a:defRPr sz="1381">
                <a:solidFill>
                  <a:schemeClr val="tx1"/>
                </a:solidFill>
                <a:latin typeface="HGPｺﾞｼｯｸE" pitchFamily="50" charset="-128"/>
                <a:ea typeface="HGPｺﾞｼｯｸE" pitchFamily="50" charset="-128"/>
              </a:defRPr>
            </a:lvl8pPr>
            <a:lvl9pPr marL="1266284" algn="ctr" rtl="0" fontAlgn="base">
              <a:spcBef>
                <a:spcPct val="0"/>
              </a:spcBef>
              <a:spcAft>
                <a:spcPct val="0"/>
              </a:spcAft>
              <a:defRPr sz="1381">
                <a:solidFill>
                  <a:schemeClr val="tx1"/>
                </a:solidFill>
                <a:latin typeface="HGPｺﾞｼｯｸE" pitchFamily="50" charset="-128"/>
                <a:ea typeface="HGPｺﾞｼｯｸE" pitchFamily="50" charset="-128"/>
              </a:defRPr>
            </a:lvl9pPr>
          </a:lstStyle>
          <a:p>
            <a:r>
              <a:rPr lang="en-US" altLang="ja-JP" sz="1400" u="sng" dirty="0"/>
              <a:t>(*1) Regular reporting of response status</a:t>
            </a:r>
          </a:p>
          <a:p>
            <a:r>
              <a:rPr lang="en-US" altLang="ja-JP" sz="1400" b="0" dirty="0"/>
              <a:t>Each company will compile the results for the sites under its jurisdiction and respond by storing the</a:t>
            </a:r>
            <a:r>
              <a:rPr lang="ja-JP" altLang="en-US" sz="1400" b="0" dirty="0"/>
              <a:t>　</a:t>
            </a:r>
            <a:r>
              <a:rPr lang="en-US" altLang="ja-JP" sz="1400" b="0" dirty="0"/>
              <a:t>status of the tangible fixed asset physical inspection on the control sheet in SharePoint.</a:t>
            </a:r>
          </a:p>
          <a:p>
            <a:r>
              <a:rPr lang="en-US" altLang="ja-JP" sz="1400" u="sng" dirty="0"/>
              <a:t>(*2):Physical inspection</a:t>
            </a:r>
          </a:p>
          <a:p>
            <a:r>
              <a:rPr lang="en-US" altLang="ja-JP" sz="1400" b="0" dirty="0"/>
              <a:t>For certain fixed assets, it is anticipated that, as a witness, one of the above will attend the physical inspection conducted by each company. </a:t>
            </a:r>
          </a:p>
        </p:txBody>
      </p:sp>
      <p:sp>
        <p:nvSpPr>
          <p:cNvPr id="2" name="タイトル 1">
            <a:extLst>
              <a:ext uri="{FF2B5EF4-FFF2-40B4-BE49-F238E27FC236}">
                <a16:creationId xmlns:a16="http://schemas.microsoft.com/office/drawing/2014/main" id="{A82567A1-59CC-8E4F-DFD9-D1F23D9F4B00}"/>
              </a:ext>
            </a:extLst>
          </p:cNvPr>
          <p:cNvSpPr txBox="1">
            <a:spLocks/>
          </p:cNvSpPr>
          <p:nvPr/>
        </p:nvSpPr>
        <p:spPr bwMode="auto">
          <a:xfrm>
            <a:off x="6042232" y="2399533"/>
            <a:ext cx="1404693" cy="289604"/>
          </a:xfrm>
          <a:prstGeom prst="rect">
            <a:avLst/>
          </a:prstGeom>
          <a:noFill/>
          <a:ln w="9525">
            <a:noFill/>
            <a:miter lim="800000"/>
            <a:headEnd/>
            <a:tailEnd/>
          </a:ln>
        </p:spPr>
        <p:txBody>
          <a:bodyPr wrap="none" lIns="77114" tIns="37880" rIns="77114" bIns="37880" anchor="ctr"/>
          <a:lstStyle>
            <a:lvl1pPr algn="l" rtl="0" eaLnBrk="0" fontAlgn="base" hangingPunct="0">
              <a:spcBef>
                <a:spcPct val="0"/>
              </a:spcBef>
              <a:spcAft>
                <a:spcPct val="0"/>
              </a:spcAft>
              <a:defRPr kumimoji="1" lang="ja-JP" altLang="en-US" sz="2280" b="1" kern="1200">
                <a:solidFill>
                  <a:schemeClr val="accent2"/>
                </a:solidFill>
                <a:latin typeface="Meiryo UI" pitchFamily="50" charset="-128"/>
                <a:ea typeface="Meiryo UI" pitchFamily="50" charset="-128"/>
                <a:cs typeface="Meiryo UI" pitchFamily="50" charset="-128"/>
              </a:defRPr>
            </a:lvl1pPr>
            <a:lvl2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2pPr>
            <a:lvl3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3pPr>
            <a:lvl4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4pPr>
            <a:lvl5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5pPr>
            <a:lvl6pPr marL="316571" algn="ctr" rtl="0" fontAlgn="base">
              <a:spcBef>
                <a:spcPct val="0"/>
              </a:spcBef>
              <a:spcAft>
                <a:spcPct val="0"/>
              </a:spcAft>
              <a:defRPr sz="1381">
                <a:solidFill>
                  <a:schemeClr val="tx1"/>
                </a:solidFill>
                <a:latin typeface="HGPｺﾞｼｯｸE" pitchFamily="50" charset="-128"/>
                <a:ea typeface="HGPｺﾞｼｯｸE" pitchFamily="50" charset="-128"/>
              </a:defRPr>
            </a:lvl6pPr>
            <a:lvl7pPr marL="633142" algn="ctr" rtl="0" fontAlgn="base">
              <a:spcBef>
                <a:spcPct val="0"/>
              </a:spcBef>
              <a:spcAft>
                <a:spcPct val="0"/>
              </a:spcAft>
              <a:defRPr sz="1381">
                <a:solidFill>
                  <a:schemeClr val="tx1"/>
                </a:solidFill>
                <a:latin typeface="HGPｺﾞｼｯｸE" pitchFamily="50" charset="-128"/>
                <a:ea typeface="HGPｺﾞｼｯｸE" pitchFamily="50" charset="-128"/>
              </a:defRPr>
            </a:lvl7pPr>
            <a:lvl8pPr marL="949713" algn="ctr" rtl="0" fontAlgn="base">
              <a:spcBef>
                <a:spcPct val="0"/>
              </a:spcBef>
              <a:spcAft>
                <a:spcPct val="0"/>
              </a:spcAft>
              <a:defRPr sz="1381">
                <a:solidFill>
                  <a:schemeClr val="tx1"/>
                </a:solidFill>
                <a:latin typeface="HGPｺﾞｼｯｸE" pitchFamily="50" charset="-128"/>
                <a:ea typeface="HGPｺﾞｼｯｸE" pitchFamily="50" charset="-128"/>
              </a:defRPr>
            </a:lvl8pPr>
            <a:lvl9pPr marL="1266284" algn="ctr" rtl="0" fontAlgn="base">
              <a:spcBef>
                <a:spcPct val="0"/>
              </a:spcBef>
              <a:spcAft>
                <a:spcPct val="0"/>
              </a:spcAft>
              <a:defRPr sz="1381">
                <a:solidFill>
                  <a:schemeClr val="tx1"/>
                </a:solidFill>
                <a:latin typeface="HGPｺﾞｼｯｸE" pitchFamily="50" charset="-128"/>
                <a:ea typeface="HGPｺﾞｼｯｸE" pitchFamily="50" charset="-128"/>
              </a:defRPr>
            </a:lvl9pPr>
          </a:lstStyle>
          <a:p>
            <a:pPr algn="ctr"/>
            <a:r>
              <a:rPr lang="en-US" altLang="ja-JP" sz="1400" dirty="0"/>
              <a:t>Regular status report(*1)</a:t>
            </a:r>
          </a:p>
        </p:txBody>
      </p:sp>
      <p:sp>
        <p:nvSpPr>
          <p:cNvPr id="7" name="タイトル 1">
            <a:extLst>
              <a:ext uri="{FF2B5EF4-FFF2-40B4-BE49-F238E27FC236}">
                <a16:creationId xmlns:a16="http://schemas.microsoft.com/office/drawing/2014/main" id="{668BD4CE-3BFB-88CB-AB0A-4F1C54AEE8C5}"/>
              </a:ext>
            </a:extLst>
          </p:cNvPr>
          <p:cNvSpPr txBox="1">
            <a:spLocks/>
          </p:cNvSpPr>
          <p:nvPr/>
        </p:nvSpPr>
        <p:spPr bwMode="auto">
          <a:xfrm>
            <a:off x="3497975" y="2659951"/>
            <a:ext cx="981084" cy="748112"/>
          </a:xfrm>
          <a:prstGeom prst="rect">
            <a:avLst/>
          </a:prstGeom>
          <a:noFill/>
          <a:ln w="9525">
            <a:noFill/>
            <a:miter lim="800000"/>
            <a:headEnd/>
            <a:tailEnd/>
          </a:ln>
        </p:spPr>
        <p:txBody>
          <a:bodyPr wrap="none" lIns="77114" tIns="37880" rIns="77114" bIns="37880" anchor="ctr"/>
          <a:lstStyle>
            <a:lvl1pPr algn="l" rtl="0" eaLnBrk="0" fontAlgn="base" hangingPunct="0">
              <a:spcBef>
                <a:spcPct val="0"/>
              </a:spcBef>
              <a:spcAft>
                <a:spcPct val="0"/>
              </a:spcAft>
              <a:defRPr kumimoji="1" lang="ja-JP" altLang="en-US" sz="2280" b="1" kern="1200">
                <a:solidFill>
                  <a:schemeClr val="accent2"/>
                </a:solidFill>
                <a:latin typeface="Meiryo UI" pitchFamily="50" charset="-128"/>
                <a:ea typeface="Meiryo UI" pitchFamily="50" charset="-128"/>
                <a:cs typeface="Meiryo UI" pitchFamily="50" charset="-128"/>
              </a:defRPr>
            </a:lvl1pPr>
            <a:lvl2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2pPr>
            <a:lvl3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3pPr>
            <a:lvl4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4pPr>
            <a:lvl5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5pPr>
            <a:lvl6pPr marL="316571" algn="ctr" rtl="0" fontAlgn="base">
              <a:spcBef>
                <a:spcPct val="0"/>
              </a:spcBef>
              <a:spcAft>
                <a:spcPct val="0"/>
              </a:spcAft>
              <a:defRPr sz="1381">
                <a:solidFill>
                  <a:schemeClr val="tx1"/>
                </a:solidFill>
                <a:latin typeface="HGPｺﾞｼｯｸE" pitchFamily="50" charset="-128"/>
                <a:ea typeface="HGPｺﾞｼｯｸE" pitchFamily="50" charset="-128"/>
              </a:defRPr>
            </a:lvl6pPr>
            <a:lvl7pPr marL="633142" algn="ctr" rtl="0" fontAlgn="base">
              <a:spcBef>
                <a:spcPct val="0"/>
              </a:spcBef>
              <a:spcAft>
                <a:spcPct val="0"/>
              </a:spcAft>
              <a:defRPr sz="1381">
                <a:solidFill>
                  <a:schemeClr val="tx1"/>
                </a:solidFill>
                <a:latin typeface="HGPｺﾞｼｯｸE" pitchFamily="50" charset="-128"/>
                <a:ea typeface="HGPｺﾞｼｯｸE" pitchFamily="50" charset="-128"/>
              </a:defRPr>
            </a:lvl7pPr>
            <a:lvl8pPr marL="949713" algn="ctr" rtl="0" fontAlgn="base">
              <a:spcBef>
                <a:spcPct val="0"/>
              </a:spcBef>
              <a:spcAft>
                <a:spcPct val="0"/>
              </a:spcAft>
              <a:defRPr sz="1381">
                <a:solidFill>
                  <a:schemeClr val="tx1"/>
                </a:solidFill>
                <a:latin typeface="HGPｺﾞｼｯｸE" pitchFamily="50" charset="-128"/>
                <a:ea typeface="HGPｺﾞｼｯｸE" pitchFamily="50" charset="-128"/>
              </a:defRPr>
            </a:lvl8pPr>
            <a:lvl9pPr marL="1266284" algn="ctr" rtl="0" fontAlgn="base">
              <a:spcBef>
                <a:spcPct val="0"/>
              </a:spcBef>
              <a:spcAft>
                <a:spcPct val="0"/>
              </a:spcAft>
              <a:defRPr sz="1381">
                <a:solidFill>
                  <a:schemeClr val="tx1"/>
                </a:solidFill>
                <a:latin typeface="HGPｺﾞｼｯｸE" pitchFamily="50" charset="-128"/>
                <a:ea typeface="HGPｺﾞｼｯｸE" pitchFamily="50" charset="-128"/>
              </a:defRPr>
            </a:lvl9pPr>
          </a:lstStyle>
          <a:p>
            <a:r>
              <a:rPr lang="en-US" altLang="ja-JP" sz="1100"/>
              <a:t>Support</a:t>
            </a:r>
          </a:p>
        </p:txBody>
      </p:sp>
    </p:spTree>
    <p:extLst>
      <p:ext uri="{BB962C8B-B14F-4D97-AF65-F5344CB8AC3E}">
        <p14:creationId xmlns:p14="http://schemas.microsoft.com/office/powerpoint/2010/main" val="39269683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A1277D-3230-10CD-A865-64CECC31EC78}"/>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C5D55AED-7C4E-0A9D-D717-056358AF6724}"/>
              </a:ext>
            </a:extLst>
          </p:cNvPr>
          <p:cNvGraphicFramePr>
            <a:graphicFrameLocks noChangeAspect="1"/>
          </p:cNvGraphicFramePr>
          <p:nvPr>
            <p:custDataLst>
              <p:tags r:id="rId1"/>
            </p:custDataLst>
            <p:extLst>
              <p:ext uri="{D42A27DB-BD31-4B8C-83A1-F6EECF244321}">
                <p14:modId xmlns:p14="http://schemas.microsoft.com/office/powerpoint/2010/main" val="5886130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639" imgH="639" progId="TCLayout.ActiveDocument.1">
                  <p:embed/>
                </p:oleObj>
              </mc:Choice>
              <mc:Fallback>
                <p:oleObj name="think-cellスライド" r:id="rId4" imgW="639" imgH="639" progId="TCLayout.ActiveDocument.1">
                  <p:embed/>
                  <p:pic>
                    <p:nvPicPr>
                      <p:cNvPr id="6" name="think-cell data - do not delete" hidden="1">
                        <a:extLst>
                          <a:ext uri="{FF2B5EF4-FFF2-40B4-BE49-F238E27FC236}">
                            <a16:creationId xmlns:a16="http://schemas.microsoft.com/office/drawing/2014/main" id="{C5D55AED-7C4E-0A9D-D717-056358AF672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タイトル 1">
            <a:extLst>
              <a:ext uri="{FF2B5EF4-FFF2-40B4-BE49-F238E27FC236}">
                <a16:creationId xmlns:a16="http://schemas.microsoft.com/office/drawing/2014/main" id="{F923F3DC-E56A-E882-1337-48A74D8A24FF}"/>
              </a:ext>
            </a:extLst>
          </p:cNvPr>
          <p:cNvSpPr>
            <a:spLocks noGrp="1"/>
          </p:cNvSpPr>
          <p:nvPr>
            <p:ph type="title"/>
          </p:nvPr>
        </p:nvSpPr>
        <p:spPr>
          <a:xfrm>
            <a:off x="649358" y="2984439"/>
            <a:ext cx="8640416" cy="748112"/>
          </a:xfrm>
          <a:ln>
            <a:solidFill>
              <a:schemeClr val="tx1"/>
            </a:solidFill>
          </a:ln>
        </p:spPr>
        <p:txBody>
          <a:bodyPr vert="horz" anchor="ctr"/>
          <a:lstStyle/>
          <a:p>
            <a:pPr algn="ctr"/>
            <a:r>
              <a:rPr lang="en-US" altLang="ja-JP"/>
              <a:t>PPE Physical Inspection – Procedures</a:t>
            </a:r>
          </a:p>
        </p:txBody>
      </p:sp>
    </p:spTree>
    <p:extLst>
      <p:ext uri="{BB962C8B-B14F-4D97-AF65-F5344CB8AC3E}">
        <p14:creationId xmlns:p14="http://schemas.microsoft.com/office/powerpoint/2010/main" val="36815047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756AA-84E9-8DB6-E0B7-A840F48E2129}"/>
            </a:ext>
          </a:extLst>
        </p:cNvPr>
        <p:cNvGrpSpPr/>
        <p:nvPr/>
      </p:nvGrpSpPr>
      <p:grpSpPr>
        <a:xfrm>
          <a:off x="0" y="0"/>
          <a:ext cx="0" cy="0"/>
          <a:chOff x="0" y="0"/>
          <a:chExt cx="0" cy="0"/>
        </a:xfrm>
      </p:grpSpPr>
      <p:sp>
        <p:nvSpPr>
          <p:cNvPr id="5" name="タイトル 1">
            <a:extLst>
              <a:ext uri="{FF2B5EF4-FFF2-40B4-BE49-F238E27FC236}">
                <a16:creationId xmlns:a16="http://schemas.microsoft.com/office/drawing/2014/main" id="{8844457E-47CB-B76D-D8F1-97D941343FE4}"/>
              </a:ext>
            </a:extLst>
          </p:cNvPr>
          <p:cNvSpPr txBox="1">
            <a:spLocks/>
          </p:cNvSpPr>
          <p:nvPr/>
        </p:nvSpPr>
        <p:spPr>
          <a:xfrm>
            <a:off x="163349" y="95256"/>
            <a:ext cx="9855293" cy="460263"/>
          </a:xfrm>
          <a:prstGeom prst="rect">
            <a:avLst/>
          </a:prstGeom>
        </p:spPr>
        <p:txBody>
          <a:bodyPr/>
          <a:lstStyle>
            <a:lvl1pPr algn="ctr" rtl="0" eaLnBrk="0" fontAlgn="base" hangingPunct="0">
              <a:spcBef>
                <a:spcPct val="0"/>
              </a:spcBef>
              <a:spcAft>
                <a:spcPct val="0"/>
              </a:spcAft>
              <a:defRPr kumimoji="1" lang="ja-JP" altLang="en-US" sz="2000" b="0" kern="1200" smtClean="0">
                <a:solidFill>
                  <a:schemeClr val="accent2"/>
                </a:solidFill>
                <a:latin typeface="Meiryo UI" pitchFamily="50" charset="-128"/>
                <a:ea typeface="Meiryo UI" pitchFamily="50" charset="-128"/>
                <a:cs typeface="Meiryo UI" pitchFamily="50" charset="-128"/>
              </a:defRPr>
            </a:lvl1pPr>
            <a:lvl2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2pPr>
            <a:lvl3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3pPr>
            <a:lvl4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4pPr>
            <a:lvl5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5pPr>
            <a:lvl6pPr marL="389626" algn="ctr" rtl="0" fontAlgn="base">
              <a:spcBef>
                <a:spcPct val="0"/>
              </a:spcBef>
              <a:spcAft>
                <a:spcPct val="0"/>
              </a:spcAft>
              <a:defRPr sz="1700">
                <a:solidFill>
                  <a:schemeClr val="tx1"/>
                </a:solidFill>
                <a:latin typeface="HGPｺﾞｼｯｸE" pitchFamily="50" charset="-128"/>
                <a:ea typeface="HGPｺﾞｼｯｸE" pitchFamily="50" charset="-128"/>
              </a:defRPr>
            </a:lvl6pPr>
            <a:lvl7pPr marL="779252" algn="ctr" rtl="0" fontAlgn="base">
              <a:spcBef>
                <a:spcPct val="0"/>
              </a:spcBef>
              <a:spcAft>
                <a:spcPct val="0"/>
              </a:spcAft>
              <a:defRPr sz="1700">
                <a:solidFill>
                  <a:schemeClr val="tx1"/>
                </a:solidFill>
                <a:latin typeface="HGPｺﾞｼｯｸE" pitchFamily="50" charset="-128"/>
                <a:ea typeface="HGPｺﾞｼｯｸE" pitchFamily="50" charset="-128"/>
              </a:defRPr>
            </a:lvl7pPr>
            <a:lvl8pPr marL="1168878" algn="ctr" rtl="0" fontAlgn="base">
              <a:spcBef>
                <a:spcPct val="0"/>
              </a:spcBef>
              <a:spcAft>
                <a:spcPct val="0"/>
              </a:spcAft>
              <a:defRPr sz="1700">
                <a:solidFill>
                  <a:schemeClr val="tx1"/>
                </a:solidFill>
                <a:latin typeface="HGPｺﾞｼｯｸE" pitchFamily="50" charset="-128"/>
                <a:ea typeface="HGPｺﾞｼｯｸE" pitchFamily="50" charset="-128"/>
              </a:defRPr>
            </a:lvl8pPr>
            <a:lvl9pPr marL="1558503" algn="ctr" rtl="0" fontAlgn="base">
              <a:spcBef>
                <a:spcPct val="0"/>
              </a:spcBef>
              <a:spcAft>
                <a:spcPct val="0"/>
              </a:spcAft>
              <a:defRPr sz="1700">
                <a:solidFill>
                  <a:schemeClr val="tx1"/>
                </a:solidFill>
                <a:latin typeface="HGPｺﾞｼｯｸE" pitchFamily="50" charset="-128"/>
                <a:ea typeface="HGPｺﾞｼｯｸE" pitchFamily="50" charset="-128"/>
              </a:defRPr>
            </a:lvl9pPr>
          </a:lstStyle>
          <a:p>
            <a:pPr algn="l"/>
            <a:r>
              <a:rPr lang="ja-JP" altLang="en-US" sz="2275" b="1"/>
              <a:t>１．</a:t>
            </a:r>
            <a:r>
              <a:rPr lang="en-US" altLang="ja-JP" sz="2275" b="1"/>
              <a:t>About the “PPE physical inspection</a:t>
            </a:r>
            <a:r>
              <a:rPr lang="ja-JP" altLang="en-US" sz="2275" b="1"/>
              <a:t>（</a:t>
            </a:r>
            <a:r>
              <a:rPr lang="en-US" altLang="ja-JP" sz="2275" b="1"/>
              <a:t>General</a:t>
            </a:r>
            <a:r>
              <a:rPr lang="ja-JP" altLang="en-US" sz="2275" b="1"/>
              <a:t>）</a:t>
            </a:r>
          </a:p>
        </p:txBody>
      </p:sp>
      <p:sp>
        <p:nvSpPr>
          <p:cNvPr id="3" name="テキスト ボックス 2">
            <a:extLst>
              <a:ext uri="{FF2B5EF4-FFF2-40B4-BE49-F238E27FC236}">
                <a16:creationId xmlns:a16="http://schemas.microsoft.com/office/drawing/2014/main" id="{70170D28-8187-1D47-7344-4B2F079ADCDE}"/>
              </a:ext>
            </a:extLst>
          </p:cNvPr>
          <p:cNvSpPr txBox="1"/>
          <p:nvPr/>
        </p:nvSpPr>
        <p:spPr>
          <a:xfrm>
            <a:off x="337930" y="884583"/>
            <a:ext cx="9193696" cy="2057400"/>
          </a:xfrm>
          <a:prstGeom prst="rect">
            <a:avLst/>
          </a:prstGeom>
          <a:noFill/>
        </p:spPr>
        <p:txBody>
          <a:bodyPr wrap="square" lIns="36000" rIns="36000" rtlCol="0">
            <a:noAutofit/>
          </a:bodyPr>
          <a:lstStyle/>
          <a:p>
            <a:pPr marL="285750" indent="-285750">
              <a:buFont typeface="Wingdings" panose="05000000000000000000" pitchFamily="2" charset="2"/>
              <a:buChar char="l"/>
            </a:pPr>
            <a:r>
              <a:rPr lang="en-US" altLang="ja-JP" sz="2200" b="1">
                <a:solidFill>
                  <a:schemeClr val="accent6"/>
                </a:solidFill>
                <a:latin typeface="Meiryo UI" panose="020B0604030504040204" pitchFamily="50" charset="-128"/>
                <a:ea typeface="Meiryo UI" panose="020B0604030504040204" pitchFamily="50" charset="-128"/>
                <a:cs typeface="Meiryo UI" panose="020B0604030504040204" pitchFamily="50" charset="-128"/>
              </a:rPr>
              <a:t>What is a PPE physical inspection?</a:t>
            </a:r>
            <a:endParaRPr kumimoji="1" lang="en-US" altLang="ja-JP" sz="2200" b="1">
              <a:solidFill>
                <a:schemeClr val="accent6"/>
              </a:solidFill>
              <a:latin typeface="Meiryo UI" panose="020B0604030504040204" pitchFamily="50" charset="-128"/>
              <a:ea typeface="Meiryo UI" panose="020B0604030504040204" pitchFamily="50" charset="-128"/>
              <a:cs typeface="Meiryo UI" panose="020B0604030504040204" pitchFamily="50" charset="-128"/>
            </a:endParaRPr>
          </a:p>
          <a:p>
            <a:pPr marL="731838" lvl="1" indent="-342900">
              <a:spcAft>
                <a:spcPts val="600"/>
              </a:spcAft>
              <a:buFont typeface="Arial" panose="020B0604020202020204" pitchFamily="34" charset="0"/>
              <a:buChar char="•"/>
            </a:pPr>
            <a:r>
              <a:rPr kumimoji="1" lang="en-US" altLang="ja-JP" sz="1800">
                <a:solidFill>
                  <a:schemeClr val="accent6"/>
                </a:solidFill>
                <a:latin typeface="Meiryo UI" panose="020B0604030504040204" pitchFamily="50" charset="-128"/>
                <a:ea typeface="Meiryo UI" panose="020B0604030504040204" pitchFamily="50" charset="-128"/>
                <a:cs typeface="Meiryo UI" panose="020B0604030504040204" pitchFamily="50" charset="-128"/>
              </a:rPr>
              <a:t>A fixed asset physical inspection is a procedure to verify, for tangible fixed assets recorded in the books, that the assets actually exist and that the information in the books and the fixed asset ledger agrees with the physical assets by reconciling the books and the fixed asset ledger to the physical assets.</a:t>
            </a:r>
          </a:p>
          <a:p>
            <a:pPr marL="731838" lvl="1" indent="-342900">
              <a:spcAft>
                <a:spcPts val="600"/>
              </a:spcAft>
              <a:buFont typeface="Arial" panose="020B0604020202020204" pitchFamily="34" charset="0"/>
              <a:buChar char="•"/>
            </a:pPr>
            <a:r>
              <a:rPr kumimoji="1" lang="en-US" altLang="ja-JP" sz="1800">
                <a:solidFill>
                  <a:schemeClr val="accent6"/>
                </a:solidFill>
                <a:latin typeface="Meiryo UI" panose="020B0604030504040204" pitchFamily="50" charset="-128"/>
                <a:ea typeface="Meiryo UI" panose="020B0604030504040204" pitchFamily="50" charset="-128"/>
                <a:cs typeface="Meiryo UI" panose="020B0604030504040204" pitchFamily="50" charset="-128"/>
              </a:rPr>
              <a:t>By also confirming usage status, the procedure helps identify idle assets and long-outstanding construction in progress (CIP), contributing to appropriate asset management.</a:t>
            </a:r>
          </a:p>
          <a:p>
            <a:pPr marL="342900" indent="-342900">
              <a:spcAft>
                <a:spcPts val="300"/>
              </a:spcAft>
              <a:buFont typeface="Wingdings" panose="05000000000000000000" pitchFamily="2" charset="2"/>
              <a:buChar char="l"/>
            </a:pPr>
            <a:r>
              <a:rPr lang="en-US" altLang="ja-JP" sz="2200" b="1">
                <a:solidFill>
                  <a:schemeClr val="accent6"/>
                </a:solidFill>
                <a:latin typeface="Meiryo UI" panose="020B0604030504040204" pitchFamily="50" charset="-128"/>
                <a:ea typeface="Meiryo UI" panose="020B0604030504040204" pitchFamily="50" charset="-128"/>
                <a:cs typeface="Meiryo UI" panose="020B0604030504040204" pitchFamily="50" charset="-128"/>
              </a:rPr>
              <a:t>Necessity of PPE physical inspection</a:t>
            </a:r>
          </a:p>
          <a:p>
            <a:pPr marL="731838" lvl="1" indent="-342900">
              <a:spcAft>
                <a:spcPts val="600"/>
              </a:spcAft>
              <a:buFont typeface="Arial" panose="020B0604020202020204" pitchFamily="34" charset="0"/>
              <a:buChar char="•"/>
            </a:pPr>
            <a:r>
              <a:rPr lang="en-US" altLang="ja-JP" sz="1800">
                <a:solidFill>
                  <a:schemeClr val="accent6"/>
                </a:solidFill>
                <a:latin typeface="Meiryo UI" panose="020B0604030504040204" pitchFamily="50" charset="-128"/>
                <a:ea typeface="Meiryo UI" panose="020B0604030504040204" pitchFamily="50" charset="-128"/>
                <a:cs typeface="Meiryo UI" panose="020B0604030504040204" pitchFamily="50" charset="-128"/>
              </a:rPr>
              <a:t>While the existence of assets can also be confirmed using documents obtained at the time of acquisition, such confirmation is limited to documentation.</a:t>
            </a:r>
          </a:p>
          <a:p>
            <a:pPr marL="731838" lvl="1" indent="-342900">
              <a:spcAft>
                <a:spcPts val="600"/>
              </a:spcAft>
              <a:buFont typeface="Arial" panose="020B0604020202020204" pitchFamily="34" charset="0"/>
              <a:buChar char="•"/>
            </a:pPr>
            <a:r>
              <a:rPr lang="en-US" altLang="ja-JP" sz="1800">
                <a:solidFill>
                  <a:schemeClr val="accent6"/>
                </a:solidFill>
                <a:latin typeface="Meiryo UI" panose="020B0604030504040204" pitchFamily="50" charset="-128"/>
                <a:ea typeface="Meiryo UI" panose="020B0604030504040204" pitchFamily="50" charset="-128"/>
                <a:cs typeface="Meiryo UI" panose="020B0604030504040204" pitchFamily="50" charset="-128"/>
              </a:rPr>
              <a:t> In contrast, a fixed asset physical inspection directly verifies the physical assets and thus has stronger evidential strength regarding existence than a document-based confirmation.</a:t>
            </a:r>
          </a:p>
          <a:p>
            <a:pPr marL="731838" lvl="1" indent="-342900">
              <a:spcAft>
                <a:spcPts val="600"/>
              </a:spcAft>
              <a:buFont typeface="Arial" panose="020B0604020202020204" pitchFamily="34" charset="0"/>
              <a:buChar char="•"/>
            </a:pPr>
            <a:r>
              <a:rPr lang="en-US" altLang="ja-JP" sz="1800">
                <a:solidFill>
                  <a:schemeClr val="accent6"/>
                </a:solidFill>
                <a:latin typeface="Meiryo UI" panose="020B0604030504040204" pitchFamily="50" charset="-128"/>
                <a:ea typeface="Meiryo UI" panose="020B0604030504040204" pitchFamily="50" charset="-128"/>
                <a:cs typeface="Meiryo UI" panose="020B0604030504040204" pitchFamily="50" charset="-128"/>
              </a:rPr>
              <a:t>Given the current situation of the AW Group, it has been decided to conduct fixed asset physical inspections as part of self-inspections because of their strong evidential strength.</a:t>
            </a:r>
          </a:p>
          <a:p>
            <a:pPr lvl="1" indent="0">
              <a:spcAft>
                <a:spcPts val="300"/>
              </a:spcAft>
            </a:pPr>
            <a:endParaRPr lang="en-US" altLang="ja-JP" sz="1800">
              <a:solidFill>
                <a:schemeClr val="accent6"/>
              </a:solidFill>
              <a:latin typeface="Meiryo UI" panose="020B0604030504040204" pitchFamily="50" charset="-128"/>
              <a:ea typeface="Meiryo UI" panose="020B0604030504040204" pitchFamily="50" charset="-128"/>
              <a:cs typeface="Meiryo UI" panose="020B0604030504040204" pitchFamily="50" charset="-128"/>
            </a:endParaRPr>
          </a:p>
          <a:p>
            <a:pPr marL="731838" lvl="1" indent="-342900">
              <a:spcAft>
                <a:spcPts val="300"/>
              </a:spcAft>
              <a:buFont typeface="Arial" panose="020B0604020202020204" pitchFamily="34" charset="0"/>
              <a:buChar char="•"/>
            </a:pPr>
            <a:endParaRPr kumimoji="1" lang="ja-JP" altLang="en-US" sz="1800" b="1">
              <a:solidFill>
                <a:schemeClr val="accent6"/>
              </a:solidFill>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4054655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E34AC-8EDE-6F55-0980-2C2F1871501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4E45E89-0149-4892-936C-8F2B76CD895B}"/>
              </a:ext>
            </a:extLst>
          </p:cNvPr>
          <p:cNvSpPr txBox="1">
            <a:spLocks/>
          </p:cNvSpPr>
          <p:nvPr/>
        </p:nvSpPr>
        <p:spPr>
          <a:xfrm>
            <a:off x="163350" y="95256"/>
            <a:ext cx="6581229" cy="460263"/>
          </a:xfrm>
          <a:prstGeom prst="rect">
            <a:avLst/>
          </a:prstGeom>
        </p:spPr>
        <p:txBody>
          <a:bodyPr/>
          <a:lstStyle>
            <a:lvl1pPr algn="ctr" rtl="0" eaLnBrk="0" fontAlgn="base" hangingPunct="0">
              <a:spcBef>
                <a:spcPct val="0"/>
              </a:spcBef>
              <a:spcAft>
                <a:spcPct val="0"/>
              </a:spcAft>
              <a:defRPr kumimoji="1" lang="ja-JP" altLang="en-US" sz="2000" b="0" kern="1200" smtClean="0">
                <a:solidFill>
                  <a:schemeClr val="accent2"/>
                </a:solidFill>
                <a:latin typeface="Meiryo UI" pitchFamily="50" charset="-128"/>
                <a:ea typeface="Meiryo UI" pitchFamily="50" charset="-128"/>
                <a:cs typeface="Meiryo UI" pitchFamily="50" charset="-128"/>
              </a:defRPr>
            </a:lvl1pPr>
            <a:lvl2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2pPr>
            <a:lvl3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3pPr>
            <a:lvl4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4pPr>
            <a:lvl5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5pPr>
            <a:lvl6pPr marL="389626" algn="ctr" rtl="0" fontAlgn="base">
              <a:spcBef>
                <a:spcPct val="0"/>
              </a:spcBef>
              <a:spcAft>
                <a:spcPct val="0"/>
              </a:spcAft>
              <a:defRPr sz="1700">
                <a:solidFill>
                  <a:schemeClr val="tx1"/>
                </a:solidFill>
                <a:latin typeface="HGPｺﾞｼｯｸE" pitchFamily="50" charset="-128"/>
                <a:ea typeface="HGPｺﾞｼｯｸE" pitchFamily="50" charset="-128"/>
              </a:defRPr>
            </a:lvl6pPr>
            <a:lvl7pPr marL="779252" algn="ctr" rtl="0" fontAlgn="base">
              <a:spcBef>
                <a:spcPct val="0"/>
              </a:spcBef>
              <a:spcAft>
                <a:spcPct val="0"/>
              </a:spcAft>
              <a:defRPr sz="1700">
                <a:solidFill>
                  <a:schemeClr val="tx1"/>
                </a:solidFill>
                <a:latin typeface="HGPｺﾞｼｯｸE" pitchFamily="50" charset="-128"/>
                <a:ea typeface="HGPｺﾞｼｯｸE" pitchFamily="50" charset="-128"/>
              </a:defRPr>
            </a:lvl7pPr>
            <a:lvl8pPr marL="1168878" algn="ctr" rtl="0" fontAlgn="base">
              <a:spcBef>
                <a:spcPct val="0"/>
              </a:spcBef>
              <a:spcAft>
                <a:spcPct val="0"/>
              </a:spcAft>
              <a:defRPr sz="1700">
                <a:solidFill>
                  <a:schemeClr val="tx1"/>
                </a:solidFill>
                <a:latin typeface="HGPｺﾞｼｯｸE" pitchFamily="50" charset="-128"/>
                <a:ea typeface="HGPｺﾞｼｯｸE" pitchFamily="50" charset="-128"/>
              </a:defRPr>
            </a:lvl8pPr>
            <a:lvl9pPr marL="1558503" algn="ctr" rtl="0" fontAlgn="base">
              <a:spcBef>
                <a:spcPct val="0"/>
              </a:spcBef>
              <a:spcAft>
                <a:spcPct val="0"/>
              </a:spcAft>
              <a:defRPr sz="1700">
                <a:solidFill>
                  <a:schemeClr val="tx1"/>
                </a:solidFill>
                <a:latin typeface="HGPｺﾞｼｯｸE" pitchFamily="50" charset="-128"/>
                <a:ea typeface="HGPｺﾞｼｯｸE" pitchFamily="50" charset="-128"/>
              </a:defRPr>
            </a:lvl9pPr>
          </a:lstStyle>
          <a:p>
            <a:pPr algn="l"/>
            <a:r>
              <a:rPr lang="ja-JP" altLang="en-US" sz="2275" b="1"/>
              <a:t>２．</a:t>
            </a:r>
            <a:r>
              <a:rPr lang="en-US" altLang="ja-JP" sz="2275" b="1"/>
              <a:t>Policy</a:t>
            </a:r>
            <a:r>
              <a:rPr lang="ja-JP" altLang="en-US" sz="2275" b="1"/>
              <a:t>（</a:t>
            </a:r>
            <a:r>
              <a:rPr lang="en-US" altLang="ja-JP" sz="2275" b="1"/>
              <a:t>1/2</a:t>
            </a:r>
            <a:r>
              <a:rPr lang="ja-JP" altLang="en-US" sz="2275" b="1"/>
              <a:t>）</a:t>
            </a:r>
          </a:p>
        </p:txBody>
      </p:sp>
      <p:sp>
        <p:nvSpPr>
          <p:cNvPr id="5" name="テキスト ボックス 4">
            <a:extLst>
              <a:ext uri="{FF2B5EF4-FFF2-40B4-BE49-F238E27FC236}">
                <a16:creationId xmlns:a16="http://schemas.microsoft.com/office/drawing/2014/main" id="{EAB45716-54E0-ED19-D602-819A5F0D192E}"/>
              </a:ext>
            </a:extLst>
          </p:cNvPr>
          <p:cNvSpPr txBox="1"/>
          <p:nvPr/>
        </p:nvSpPr>
        <p:spPr>
          <a:xfrm>
            <a:off x="256761" y="601988"/>
            <a:ext cx="9374256" cy="5865073"/>
          </a:xfrm>
          <a:prstGeom prst="rect">
            <a:avLst/>
          </a:prstGeom>
          <a:noFill/>
        </p:spPr>
        <p:txBody>
          <a:bodyPr wrap="square" lIns="36000" rIns="36000" rtlCol="0">
            <a:noAutofit/>
          </a:bodyPr>
          <a:lstStyle/>
          <a:p>
            <a:pPr marL="285750" indent="-285750">
              <a:buFont typeface="Wingdings" panose="05000000000000000000" pitchFamily="2" charset="2"/>
              <a:buChar char="l"/>
            </a:pPr>
            <a:r>
              <a:rPr kumimoji="1" lang="en-US" altLang="ja-JP" sz="2200" b="1">
                <a:solidFill>
                  <a:schemeClr val="accent6"/>
                </a:solidFill>
                <a:latin typeface="Meiryo UI" panose="020B0604030504040204" pitchFamily="50" charset="-128"/>
                <a:ea typeface="Meiryo UI" panose="020B0604030504040204" pitchFamily="50" charset="-128"/>
                <a:cs typeface="Meiryo UI" panose="020B0604030504040204" pitchFamily="50" charset="-128"/>
              </a:rPr>
              <a:t>Cut-off date</a:t>
            </a:r>
          </a:p>
          <a:p>
            <a:pPr marL="731838" lvl="1" indent="-342900">
              <a:spcAft>
                <a:spcPts val="600"/>
              </a:spcAft>
              <a:buFont typeface="Arial" panose="020B0604020202020204" pitchFamily="34" charset="0"/>
              <a:buChar char="•"/>
            </a:pPr>
            <a:r>
              <a:rPr lang="en-US" altLang="ja-JP" sz="1800">
                <a:solidFill>
                  <a:schemeClr val="accent6"/>
                </a:solidFill>
                <a:latin typeface="Meiryo UI" panose="020B0604030504040204" pitchFamily="50" charset="-128"/>
                <a:ea typeface="Meiryo UI" panose="020B0604030504040204" pitchFamily="50" charset="-128"/>
                <a:cs typeface="Meiryo UI" panose="020B0604030504040204" pitchFamily="50" charset="-128"/>
              </a:rPr>
              <a:t>2026/3/31</a:t>
            </a:r>
            <a:br>
              <a:rPr lang="en-US" altLang="ja-JP" sz="1800">
                <a:solidFill>
                  <a:schemeClr val="accent6"/>
                </a:solidFill>
                <a:latin typeface="Meiryo UI" panose="020B0604030504040204" pitchFamily="50" charset="-128"/>
                <a:ea typeface="Meiryo UI" panose="020B0604030504040204" pitchFamily="50" charset="-128"/>
                <a:cs typeface="Meiryo UI" panose="020B0604030504040204" pitchFamily="50" charset="-128"/>
              </a:rPr>
            </a:br>
            <a:r>
              <a:rPr lang="en-US" altLang="ja-JP" sz="1800">
                <a:solidFill>
                  <a:schemeClr val="accent6"/>
                </a:solidFill>
                <a:latin typeface="Meiryo UI" panose="020B0604030504040204" pitchFamily="50" charset="-128"/>
                <a:ea typeface="Meiryo UI" panose="020B0604030504040204" pitchFamily="50" charset="-128"/>
                <a:cs typeface="Meiryo UI" panose="020B0604030504040204" pitchFamily="50" charset="-128"/>
              </a:rPr>
              <a:t>The physical inspections will be conducted by 24 April 2026, and a roll-back (i.e., verifying the period subsequent to the cut-off date through documentation) will be performed.</a:t>
            </a:r>
          </a:p>
          <a:p>
            <a:pPr marL="342900" lvl="1" indent="-342900">
              <a:spcAft>
                <a:spcPts val="600"/>
              </a:spcAft>
              <a:buFont typeface="Wingdings" panose="05000000000000000000" pitchFamily="2" charset="2"/>
              <a:buChar char="l"/>
            </a:pPr>
            <a:r>
              <a:rPr lang="en-US" altLang="ja-JP" sz="2200" b="1">
                <a:solidFill>
                  <a:schemeClr val="accent6"/>
                </a:solidFill>
                <a:latin typeface="Meiryo UI" panose="020B0604030504040204" pitchFamily="50" charset="-128"/>
                <a:ea typeface="Meiryo UI" panose="020B0604030504040204" pitchFamily="50" charset="-128"/>
                <a:cs typeface="Meiryo UI" panose="020B0604030504040204" pitchFamily="50" charset="-128"/>
              </a:rPr>
              <a:t>subject to the fixed asset inspection procedures</a:t>
            </a:r>
          </a:p>
          <a:p>
            <a:pPr marL="731838" lvl="1" indent="-342900">
              <a:spcAft>
                <a:spcPts val="600"/>
              </a:spcAft>
              <a:buFont typeface="Arial" panose="020B0604020202020204" pitchFamily="34" charset="0"/>
              <a:buChar char="•"/>
            </a:pPr>
            <a:r>
              <a:rPr lang="en-US" altLang="ja-JP" sz="1800">
                <a:solidFill>
                  <a:schemeClr val="accent6"/>
                </a:solidFill>
                <a:latin typeface="Meiryo UI" panose="020B0604030504040204" pitchFamily="50" charset="-128"/>
                <a:ea typeface="Meiryo UI" panose="020B0604030504040204" pitchFamily="50" charset="-128"/>
                <a:cs typeface="Meiryo UI" panose="020B0604030504040204" pitchFamily="50" charset="-128"/>
              </a:rPr>
              <a:t>All tangible fixed assets of the parent company and all consolidated subsidiaries are in scope.</a:t>
            </a:r>
          </a:p>
          <a:p>
            <a:pPr marL="285750" indent="-285750">
              <a:spcAft>
                <a:spcPts val="600"/>
              </a:spcAft>
              <a:buFont typeface="Wingdings" panose="05000000000000000000" pitchFamily="2" charset="2"/>
              <a:buChar char="l"/>
            </a:pPr>
            <a:r>
              <a:rPr lang="en-US" altLang="ja-JP" sz="2200" b="1">
                <a:solidFill>
                  <a:schemeClr val="accent6"/>
                </a:solidFill>
                <a:latin typeface="Meiryo UI" panose="020B0604030504040204" pitchFamily="50" charset="-128"/>
                <a:ea typeface="Meiryo UI" panose="020B0604030504040204" pitchFamily="50" charset="-128"/>
                <a:cs typeface="Meiryo UI" panose="020B0604030504040204" pitchFamily="50" charset="-128"/>
              </a:rPr>
              <a:t>Target accounts</a:t>
            </a:r>
          </a:p>
          <a:p>
            <a:pPr marL="731838" lvl="1" indent="-342900">
              <a:spcAft>
                <a:spcPts val="600"/>
              </a:spcAft>
              <a:buFont typeface="Arial" panose="020B0604020202020204" pitchFamily="34" charset="0"/>
              <a:buChar char="•"/>
            </a:pPr>
            <a:r>
              <a:rPr lang="en-US" altLang="ja-JP" sz="1800">
                <a:solidFill>
                  <a:schemeClr val="accent6"/>
                </a:solidFill>
                <a:latin typeface="Meiryo UI" panose="020B0604030504040204" pitchFamily="50" charset="-128"/>
                <a:ea typeface="Meiryo UI" panose="020B0604030504040204" pitchFamily="50" charset="-128"/>
                <a:cs typeface="Meiryo UI" panose="020B0604030504040204" pitchFamily="50" charset="-128"/>
              </a:rPr>
              <a:t>Buildings and structures</a:t>
            </a:r>
          </a:p>
          <a:p>
            <a:pPr marL="731838" lvl="1" indent="-342900">
              <a:spcAft>
                <a:spcPts val="600"/>
              </a:spcAft>
              <a:buFont typeface="Arial" panose="020B0604020202020204" pitchFamily="34" charset="0"/>
              <a:buChar char="•"/>
            </a:pPr>
            <a:r>
              <a:rPr lang="en-US" altLang="ja-JP" sz="1800">
                <a:solidFill>
                  <a:schemeClr val="accent6"/>
                </a:solidFill>
                <a:latin typeface="Meiryo UI" panose="020B0604030504040204" pitchFamily="50" charset="-128"/>
                <a:ea typeface="Meiryo UI" panose="020B0604030504040204" pitchFamily="50" charset="-128"/>
                <a:cs typeface="Meiryo UI" panose="020B0604030504040204" pitchFamily="50" charset="-128"/>
              </a:rPr>
              <a:t>Machinery and vehicles</a:t>
            </a:r>
          </a:p>
          <a:p>
            <a:pPr marL="731838" lvl="1" indent="-342900">
              <a:spcAft>
                <a:spcPts val="600"/>
              </a:spcAft>
              <a:buFont typeface="Arial" panose="020B0604020202020204" pitchFamily="34" charset="0"/>
              <a:buChar char="•"/>
            </a:pPr>
            <a:r>
              <a:rPr lang="en-US" altLang="ja-JP" sz="1800">
                <a:solidFill>
                  <a:schemeClr val="accent6"/>
                </a:solidFill>
                <a:latin typeface="Meiryo UI" panose="020B0604030504040204" pitchFamily="50" charset="-128"/>
                <a:ea typeface="Meiryo UI" panose="020B0604030504040204" pitchFamily="50" charset="-128"/>
                <a:cs typeface="Meiryo UI" panose="020B0604030504040204" pitchFamily="50" charset="-128"/>
              </a:rPr>
              <a:t>Tools, furniture and fixtures</a:t>
            </a:r>
          </a:p>
          <a:p>
            <a:pPr marL="731838" lvl="1" indent="-342900">
              <a:spcAft>
                <a:spcPts val="600"/>
              </a:spcAft>
              <a:buFont typeface="Arial" panose="020B0604020202020204" pitchFamily="34" charset="0"/>
              <a:buChar char="•"/>
            </a:pPr>
            <a:r>
              <a:rPr lang="en-US" altLang="ja-JP" sz="1800">
                <a:solidFill>
                  <a:schemeClr val="accent6"/>
                </a:solidFill>
                <a:latin typeface="Meiryo UI" panose="020B0604030504040204" pitchFamily="50" charset="-128"/>
                <a:ea typeface="Meiryo UI" panose="020B0604030504040204" pitchFamily="50" charset="-128"/>
                <a:cs typeface="Meiryo UI" panose="020B0604030504040204" pitchFamily="50" charset="-128"/>
              </a:rPr>
              <a:t>Land</a:t>
            </a:r>
          </a:p>
          <a:p>
            <a:pPr marL="731838" lvl="1" indent="-342900">
              <a:spcAft>
                <a:spcPts val="600"/>
              </a:spcAft>
              <a:buFont typeface="Arial" panose="020B0604020202020204" pitchFamily="34" charset="0"/>
              <a:buChar char="•"/>
            </a:pPr>
            <a:r>
              <a:rPr lang="en-US" altLang="ja-JP" sz="1800">
                <a:solidFill>
                  <a:schemeClr val="accent6"/>
                </a:solidFill>
                <a:latin typeface="Meiryo UI" panose="020B0604030504040204" pitchFamily="50" charset="-128"/>
                <a:ea typeface="Meiryo UI" panose="020B0604030504040204" pitchFamily="50" charset="-128"/>
                <a:cs typeface="Meiryo UI" panose="020B0604030504040204" pitchFamily="50" charset="-128"/>
              </a:rPr>
              <a:t>Construction in progress (CIP)</a:t>
            </a:r>
          </a:p>
          <a:p>
            <a:pPr marL="731838" lvl="1" indent="-342900">
              <a:spcAft>
                <a:spcPts val="600"/>
              </a:spcAft>
              <a:buFont typeface="Arial" panose="020B0604020202020204" pitchFamily="34" charset="0"/>
              <a:buChar char="•"/>
            </a:pPr>
            <a:r>
              <a:rPr lang="en-US" altLang="ja-JP" sz="1800">
                <a:solidFill>
                  <a:schemeClr val="accent6"/>
                </a:solidFill>
                <a:latin typeface="Meiryo UI" panose="020B0604030504040204" pitchFamily="50" charset="-128"/>
                <a:ea typeface="Meiryo UI" panose="020B0604030504040204" pitchFamily="50" charset="-128"/>
                <a:cs typeface="Meiryo UI" panose="020B0604030504040204" pitchFamily="50" charset="-128"/>
              </a:rPr>
              <a:t>Leased assets</a:t>
            </a:r>
          </a:p>
          <a:p>
            <a:pPr marL="731838" lvl="1" indent="-342900">
              <a:spcAft>
                <a:spcPts val="600"/>
              </a:spcAft>
              <a:buFont typeface="Arial" panose="020B0604020202020204" pitchFamily="34" charset="0"/>
              <a:buChar char="•"/>
            </a:pPr>
            <a:r>
              <a:rPr lang="en-US" altLang="ja-JP" sz="1800" b="1" u="sng">
                <a:solidFill>
                  <a:schemeClr val="accent6"/>
                </a:solidFill>
                <a:latin typeface="Meiryo UI" panose="020B0604030504040204" pitchFamily="50" charset="-128"/>
                <a:ea typeface="Meiryo UI" panose="020B0604030504040204" pitchFamily="50" charset="-128"/>
                <a:cs typeface="Meiryo UI" panose="020B0604030504040204" pitchFamily="50" charset="-128"/>
              </a:rPr>
              <a:t>Among spare parts included in inventories (equipment spares), those not subject to physical inventory count </a:t>
            </a:r>
          </a:p>
          <a:p>
            <a:pPr marL="731838" lvl="1" indent="-342900">
              <a:spcAft>
                <a:spcPts val="600"/>
              </a:spcAft>
              <a:buFont typeface="Arial" panose="020B0604020202020204" pitchFamily="34" charset="0"/>
              <a:buChar char="•"/>
            </a:pPr>
            <a:endParaRPr lang="en-US" altLang="ja-JP" sz="1800">
              <a:solidFill>
                <a:schemeClr val="accent6"/>
              </a:solidFill>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35329051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6317C-4C16-90D0-9163-AA5CB1E0D1B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6CAE5AF-07A2-A678-0662-C5819741CC29}"/>
              </a:ext>
            </a:extLst>
          </p:cNvPr>
          <p:cNvSpPr txBox="1">
            <a:spLocks/>
          </p:cNvSpPr>
          <p:nvPr/>
        </p:nvSpPr>
        <p:spPr>
          <a:xfrm>
            <a:off x="163350" y="95256"/>
            <a:ext cx="6581229" cy="460263"/>
          </a:xfrm>
          <a:prstGeom prst="rect">
            <a:avLst/>
          </a:prstGeom>
        </p:spPr>
        <p:txBody>
          <a:bodyPr/>
          <a:lstStyle>
            <a:lvl1pPr algn="ctr" rtl="0" eaLnBrk="0" fontAlgn="base" hangingPunct="0">
              <a:spcBef>
                <a:spcPct val="0"/>
              </a:spcBef>
              <a:spcAft>
                <a:spcPct val="0"/>
              </a:spcAft>
              <a:defRPr kumimoji="1" lang="ja-JP" altLang="en-US" sz="2000" b="0" kern="1200" smtClean="0">
                <a:solidFill>
                  <a:schemeClr val="accent2"/>
                </a:solidFill>
                <a:latin typeface="Meiryo UI" pitchFamily="50" charset="-128"/>
                <a:ea typeface="Meiryo UI" pitchFamily="50" charset="-128"/>
                <a:cs typeface="Meiryo UI" pitchFamily="50" charset="-128"/>
              </a:defRPr>
            </a:lvl1pPr>
            <a:lvl2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2pPr>
            <a:lvl3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3pPr>
            <a:lvl4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4pPr>
            <a:lvl5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5pPr>
            <a:lvl6pPr marL="389626" algn="ctr" rtl="0" fontAlgn="base">
              <a:spcBef>
                <a:spcPct val="0"/>
              </a:spcBef>
              <a:spcAft>
                <a:spcPct val="0"/>
              </a:spcAft>
              <a:defRPr sz="1700">
                <a:solidFill>
                  <a:schemeClr val="tx1"/>
                </a:solidFill>
                <a:latin typeface="HGPｺﾞｼｯｸE" pitchFamily="50" charset="-128"/>
                <a:ea typeface="HGPｺﾞｼｯｸE" pitchFamily="50" charset="-128"/>
              </a:defRPr>
            </a:lvl6pPr>
            <a:lvl7pPr marL="779252" algn="ctr" rtl="0" fontAlgn="base">
              <a:spcBef>
                <a:spcPct val="0"/>
              </a:spcBef>
              <a:spcAft>
                <a:spcPct val="0"/>
              </a:spcAft>
              <a:defRPr sz="1700">
                <a:solidFill>
                  <a:schemeClr val="tx1"/>
                </a:solidFill>
                <a:latin typeface="HGPｺﾞｼｯｸE" pitchFamily="50" charset="-128"/>
                <a:ea typeface="HGPｺﾞｼｯｸE" pitchFamily="50" charset="-128"/>
              </a:defRPr>
            </a:lvl7pPr>
            <a:lvl8pPr marL="1168878" algn="ctr" rtl="0" fontAlgn="base">
              <a:spcBef>
                <a:spcPct val="0"/>
              </a:spcBef>
              <a:spcAft>
                <a:spcPct val="0"/>
              </a:spcAft>
              <a:defRPr sz="1700">
                <a:solidFill>
                  <a:schemeClr val="tx1"/>
                </a:solidFill>
                <a:latin typeface="HGPｺﾞｼｯｸE" pitchFamily="50" charset="-128"/>
                <a:ea typeface="HGPｺﾞｼｯｸE" pitchFamily="50" charset="-128"/>
              </a:defRPr>
            </a:lvl8pPr>
            <a:lvl9pPr marL="1558503" algn="ctr" rtl="0" fontAlgn="base">
              <a:spcBef>
                <a:spcPct val="0"/>
              </a:spcBef>
              <a:spcAft>
                <a:spcPct val="0"/>
              </a:spcAft>
              <a:defRPr sz="1700">
                <a:solidFill>
                  <a:schemeClr val="tx1"/>
                </a:solidFill>
                <a:latin typeface="HGPｺﾞｼｯｸE" pitchFamily="50" charset="-128"/>
                <a:ea typeface="HGPｺﾞｼｯｸE" pitchFamily="50" charset="-128"/>
              </a:defRPr>
            </a:lvl9pPr>
          </a:lstStyle>
          <a:p>
            <a:pPr algn="l"/>
            <a:r>
              <a:rPr lang="ja-JP" altLang="en-US" sz="2275" b="1"/>
              <a:t>２．</a:t>
            </a:r>
            <a:r>
              <a:rPr lang="en-US" altLang="ja-JP" sz="2275" b="1"/>
              <a:t>Policy</a:t>
            </a:r>
            <a:r>
              <a:rPr lang="ja-JP" altLang="en-US" sz="2275" b="1"/>
              <a:t>（</a:t>
            </a:r>
            <a:r>
              <a:rPr lang="en-US" altLang="ja-JP" sz="2275" b="1"/>
              <a:t>2/2</a:t>
            </a:r>
            <a:r>
              <a:rPr lang="ja-JP" altLang="en-US" sz="2275" b="1"/>
              <a:t>）</a:t>
            </a:r>
            <a:endParaRPr lang="en-US" altLang="ja-JP" sz="2275" b="1"/>
          </a:p>
          <a:p>
            <a:pPr algn="l"/>
            <a:endParaRPr lang="ja-JP" altLang="en-US" sz="2275" b="1"/>
          </a:p>
        </p:txBody>
      </p:sp>
      <p:sp>
        <p:nvSpPr>
          <p:cNvPr id="5" name="テキスト ボックス 4">
            <a:extLst>
              <a:ext uri="{FF2B5EF4-FFF2-40B4-BE49-F238E27FC236}">
                <a16:creationId xmlns:a16="http://schemas.microsoft.com/office/drawing/2014/main" id="{41ADA843-4A36-FD4E-9678-400E194BC6E0}"/>
              </a:ext>
            </a:extLst>
          </p:cNvPr>
          <p:cNvSpPr txBox="1"/>
          <p:nvPr/>
        </p:nvSpPr>
        <p:spPr>
          <a:xfrm>
            <a:off x="256761" y="601989"/>
            <a:ext cx="9374256" cy="4201240"/>
          </a:xfrm>
          <a:prstGeom prst="rect">
            <a:avLst/>
          </a:prstGeom>
          <a:noFill/>
        </p:spPr>
        <p:txBody>
          <a:bodyPr wrap="square" lIns="36000" rIns="36000" rtlCol="0">
            <a:noAutofit/>
          </a:bodyPr>
          <a:lstStyle/>
          <a:p>
            <a:pPr marL="285750" indent="-285750">
              <a:buFont typeface="Wingdings" panose="05000000000000000000" pitchFamily="2" charset="2"/>
              <a:buChar char="l"/>
            </a:pPr>
            <a:r>
              <a:rPr lang="en-US" altLang="ja-JP" sz="1400" b="1">
                <a:solidFill>
                  <a:schemeClr val="accent6"/>
                </a:solidFill>
                <a:latin typeface="Meiryo UI" panose="020B0604030504040204" pitchFamily="50" charset="-128"/>
                <a:ea typeface="Meiryo UI" panose="020B0604030504040204" pitchFamily="50" charset="-128"/>
                <a:cs typeface="Meiryo UI" panose="020B0604030504040204" pitchFamily="50" charset="-128"/>
              </a:rPr>
              <a:t>Companies, Sites and Assets Subject to Second-Line Oversight during “PPE physical inspection</a:t>
            </a:r>
          </a:p>
          <a:p>
            <a:endParaRPr lang="en-US" altLang="ja-JP" sz="1400" b="1">
              <a:solidFill>
                <a:schemeClr val="accent6"/>
              </a:solidFill>
              <a:latin typeface="Meiryo UI" panose="020B0604030504040204" pitchFamily="50" charset="-128"/>
              <a:ea typeface="Meiryo UI" panose="020B0604030504040204" pitchFamily="50" charset="-128"/>
              <a:cs typeface="Meiryo UI" panose="020B0604030504040204" pitchFamily="50" charset="-128"/>
            </a:endParaRPr>
          </a:p>
          <a:p>
            <a:pPr marL="731838" lvl="1" indent="-342900">
              <a:lnSpc>
                <a:spcPct val="150000"/>
              </a:lnSpc>
              <a:spcAft>
                <a:spcPts val="600"/>
              </a:spcAft>
              <a:buFont typeface="Arial" panose="020B0604020202020204" pitchFamily="34" charset="0"/>
              <a:buChar char="•"/>
            </a:pPr>
            <a:r>
              <a:rPr lang="en-US" altLang="ja-JP" sz="1050">
                <a:solidFill>
                  <a:schemeClr val="accent6"/>
                </a:solidFill>
                <a:latin typeface="Meiryo UI" panose="020B0604030504040204" pitchFamily="50" charset="-128"/>
                <a:ea typeface="Meiryo UI" panose="020B0604030504040204" pitchFamily="50" charset="-128"/>
                <a:cs typeface="Meiryo UI" panose="020B0604030504040204" pitchFamily="50" charset="-128"/>
              </a:rPr>
              <a:t>Where a site falls within the scope of the selection criteria below</a:t>
            </a:r>
            <a:r>
              <a:rPr lang="en-US" altLang="ja-JP" sz="1050" b="1">
                <a:solidFill>
                  <a:schemeClr val="accent6"/>
                </a:solidFill>
                <a:latin typeface="Meiryo UI" panose="020B0604030504040204" pitchFamily="50" charset="-128"/>
                <a:ea typeface="Meiryo UI" panose="020B0604030504040204" pitchFamily="50" charset="-128"/>
                <a:cs typeface="Meiryo UI" panose="020B0604030504040204" pitchFamily="50" charset="-128"/>
              </a:rPr>
              <a:t>, a physical inventory shall be conducted by one of the following—a subsidiary’s management representative, a parent company’s management representative or an external expert (Deloitte)—in addition to the inventory carried out by the site manager </a:t>
            </a:r>
            <a:r>
              <a:rPr lang="en-US" altLang="ja-JP" sz="1050">
                <a:solidFill>
                  <a:schemeClr val="accent6"/>
                </a:solidFill>
                <a:latin typeface="Meiryo UI" panose="020B0604030504040204" pitchFamily="50" charset="-128"/>
                <a:ea typeface="Meiryo UI" panose="020B0604030504040204" pitchFamily="50" charset="-128"/>
                <a:cs typeface="Meiryo UI" panose="020B0604030504040204" pitchFamily="50" charset="-128"/>
              </a:rPr>
              <a:t>(this is referred to as ‘second-line oversight’):</a:t>
            </a:r>
          </a:p>
          <a:p>
            <a:pPr marL="731838" lvl="1" indent="-342900">
              <a:spcAft>
                <a:spcPts val="600"/>
              </a:spcAft>
              <a:buFont typeface="Arial" panose="020B0604020202020204" pitchFamily="34" charset="0"/>
              <a:buChar char="•"/>
            </a:pPr>
            <a:r>
              <a:rPr lang="en-US" altLang="ja-JP" sz="1050">
                <a:solidFill>
                  <a:schemeClr val="accent6"/>
                </a:solidFill>
                <a:latin typeface="Meiryo UI" panose="020B0604030504040204" pitchFamily="50" charset="-128"/>
                <a:ea typeface="Meiryo UI" panose="020B0604030504040204" pitchFamily="50" charset="-128"/>
                <a:cs typeface="Meiryo UI" panose="020B0604030504040204" pitchFamily="50" charset="-128"/>
              </a:rPr>
              <a:t>Selection Criteria</a:t>
            </a:r>
          </a:p>
          <a:p>
            <a:pPr marL="1120775" lvl="2" indent="-342900">
              <a:spcAft>
                <a:spcPts val="600"/>
              </a:spcAft>
              <a:buFont typeface="Wingdings" panose="05000000000000000000" pitchFamily="2" charset="2"/>
              <a:buChar char="Ø"/>
            </a:pPr>
            <a:r>
              <a:rPr lang="en-US" altLang="ja-JP" sz="1050">
                <a:solidFill>
                  <a:schemeClr val="accent6"/>
                </a:solidFill>
                <a:latin typeface="Meiryo UI" panose="020B0604030504040204" pitchFamily="50" charset="-128"/>
                <a:ea typeface="Meiryo UI" panose="020B0604030504040204" pitchFamily="50" charset="-128"/>
                <a:cs typeface="Meiryo UI" panose="020B0604030504040204" pitchFamily="50" charset="-128"/>
              </a:rPr>
              <a:t>Target Companies</a:t>
            </a:r>
          </a:p>
          <a:p>
            <a:pPr marL="1511300" lvl="3" indent="-342900">
              <a:spcAft>
                <a:spcPts val="600"/>
              </a:spcAft>
              <a:buFont typeface="Wingdings" panose="05000000000000000000" pitchFamily="2" charset="2"/>
              <a:buChar char="ü"/>
            </a:pPr>
            <a:r>
              <a:rPr lang="en-US" altLang="ja-JP" sz="1050" b="1">
                <a:solidFill>
                  <a:schemeClr val="accent6"/>
                </a:solidFill>
                <a:latin typeface="Meiryo UI" panose="020B0604030504040204" pitchFamily="50" charset="-128"/>
                <a:ea typeface="Meiryo UI" panose="020B0604030504040204" pitchFamily="50" charset="-128"/>
                <a:cs typeface="Meiryo UI" panose="020B0604030504040204" pitchFamily="50" charset="-128"/>
              </a:rPr>
              <a:t>Consolidated subsidiaries with a year-end balance (total amount) of tangible fixed assets of 3 billion yen or more</a:t>
            </a:r>
            <a:endParaRPr lang="en-US" altLang="ja-JP" sz="1050">
              <a:solidFill>
                <a:schemeClr val="accent6"/>
              </a:solidFill>
              <a:latin typeface="Meiryo UI" panose="020B0604030504040204" pitchFamily="50" charset="-128"/>
              <a:ea typeface="Meiryo UI" panose="020B0604030504040204" pitchFamily="50" charset="-128"/>
              <a:cs typeface="Meiryo UI" panose="020B0604030504040204" pitchFamily="50" charset="-128"/>
            </a:endParaRPr>
          </a:p>
          <a:p>
            <a:pPr marL="1120775" lvl="2" indent="-342900">
              <a:spcAft>
                <a:spcPts val="600"/>
              </a:spcAft>
              <a:buFont typeface="Wingdings" panose="05000000000000000000" pitchFamily="2" charset="2"/>
              <a:buChar char="Ø"/>
            </a:pPr>
            <a:r>
              <a:rPr lang="en-US" altLang="ja-JP" sz="1050">
                <a:solidFill>
                  <a:schemeClr val="accent6"/>
                </a:solidFill>
                <a:latin typeface="Meiryo UI" panose="020B0604030504040204" pitchFamily="50" charset="-128"/>
                <a:ea typeface="Meiryo UI" panose="020B0604030504040204" pitchFamily="50" charset="-128"/>
                <a:cs typeface="Meiryo UI" panose="020B0604030504040204" pitchFamily="50" charset="-128"/>
              </a:rPr>
              <a:t>Target Locations</a:t>
            </a:r>
          </a:p>
          <a:p>
            <a:pPr marL="1454150" lvl="3" indent="-285750">
              <a:spcAft>
                <a:spcPts val="600"/>
              </a:spcAft>
              <a:buFont typeface="Wingdings" panose="05000000000000000000" pitchFamily="2" charset="2"/>
              <a:buChar char="ü"/>
            </a:pPr>
            <a:r>
              <a:rPr lang="en-US" altLang="ja-JP" sz="1050">
                <a:solidFill>
                  <a:srgbClr val="2D2D8A"/>
                </a:solidFill>
                <a:latin typeface="Meiryo UI" panose="020B0604030504040204" pitchFamily="50" charset="-128"/>
                <a:ea typeface="Meiryo UI" panose="020B0604030504040204" pitchFamily="50" charset="-128"/>
                <a:cs typeface="Meiryo UI" panose="020B0604030504040204" pitchFamily="50" charset="-128"/>
              </a:rPr>
              <a:t>Locations (factories, sales offices, etc.) with a year-end balance (total amount) of tangible fixed assets (excluding land, buildings and building fixtures) of 100 million yen or more</a:t>
            </a:r>
          </a:p>
          <a:p>
            <a:pPr marL="1120775" lvl="2" indent="-342900">
              <a:spcAft>
                <a:spcPts val="600"/>
              </a:spcAft>
              <a:buFont typeface="Wingdings" panose="05000000000000000000" pitchFamily="2" charset="2"/>
              <a:buChar char="Ø"/>
            </a:pPr>
            <a:r>
              <a:rPr lang="en-US" altLang="ja-JP" sz="1050">
                <a:solidFill>
                  <a:srgbClr val="2D2D8A"/>
                </a:solidFill>
                <a:latin typeface="Meiryo UI" panose="020B0604030504040204" pitchFamily="50" charset="-128"/>
                <a:ea typeface="Meiryo UI" panose="020B0604030504040204" pitchFamily="50" charset="-128"/>
                <a:cs typeface="Meiryo UI" panose="020B0604030504040204" pitchFamily="50" charset="-128"/>
              </a:rPr>
              <a:t>Target Assets</a:t>
            </a:r>
          </a:p>
          <a:p>
            <a:pPr marL="1511300" lvl="3" indent="-342900">
              <a:spcAft>
                <a:spcPts val="600"/>
              </a:spcAft>
              <a:buFont typeface="Wingdings" panose="05000000000000000000" pitchFamily="2" charset="2"/>
              <a:buChar char="ü"/>
            </a:pPr>
            <a:r>
              <a:rPr lang="en-US" altLang="ja-JP" sz="1050">
                <a:solidFill>
                  <a:srgbClr val="2D2D8A"/>
                </a:solidFill>
                <a:latin typeface="Meiryo UI" panose="020B0604030504040204" pitchFamily="50" charset="-128"/>
                <a:ea typeface="Meiryo UI" panose="020B0604030504040204" pitchFamily="50" charset="-128"/>
                <a:cs typeface="Meiryo UI" panose="020B0604030504040204" pitchFamily="50" charset="-128"/>
              </a:rPr>
              <a:t>Assets recorded on the balance sheet under tangible fixed assets (machinery and equipment / tools, furniture and fixtures / construction in progress) where the year-end balance (total amount) exceeds 100 million yen</a:t>
            </a:r>
            <a:endParaRPr lang="ja-JP" altLang="en-US" sz="1050">
              <a:solidFill>
                <a:srgbClr val="2D2D8A"/>
              </a:solidFill>
              <a:latin typeface="Meiryo UI" panose="020B0604030504040204" pitchFamily="50" charset="-128"/>
              <a:ea typeface="Meiryo UI" panose="020B0604030504040204" pitchFamily="50" charset="-128"/>
              <a:cs typeface="Meiryo UI" panose="020B0604030504040204" pitchFamily="50" charset="-128"/>
            </a:endParaRPr>
          </a:p>
          <a:p>
            <a:pPr marL="1511300" lvl="3" indent="-342900">
              <a:spcAft>
                <a:spcPts val="600"/>
              </a:spcAft>
              <a:buFont typeface="Wingdings" panose="05000000000000000000" pitchFamily="2" charset="2"/>
              <a:buChar char="ü"/>
            </a:pPr>
            <a:r>
              <a:rPr lang="en-US" altLang="ja-JP" sz="1050">
                <a:solidFill>
                  <a:srgbClr val="2D2D8A"/>
                </a:solidFill>
                <a:latin typeface="Meiryo UI" panose="020B0604030504040204" pitchFamily="50" charset="-128"/>
                <a:ea typeface="Meiryo UI" panose="020B0604030504040204" pitchFamily="50" charset="-128"/>
                <a:cs typeface="Meiryo UI" panose="020B0604030504040204" pitchFamily="50" charset="-128"/>
              </a:rPr>
              <a:t>If there are fewer than 10 assets exceeding 100 million yen, select assets in descending order of year-end balance (total amount) until 10 items are reached</a:t>
            </a:r>
            <a:endParaRPr lang="ja-JP" altLang="en-US" sz="1050">
              <a:solidFill>
                <a:srgbClr val="2D2D8A"/>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3" name="正方形/長方形 2">
            <a:extLst>
              <a:ext uri="{FF2B5EF4-FFF2-40B4-BE49-F238E27FC236}">
                <a16:creationId xmlns:a16="http://schemas.microsoft.com/office/drawing/2014/main" id="{C4851EE9-B993-2ED6-B612-4DF21D97D076}"/>
              </a:ext>
            </a:extLst>
          </p:cNvPr>
          <p:cNvSpPr/>
          <p:nvPr/>
        </p:nvSpPr>
        <p:spPr>
          <a:xfrm>
            <a:off x="746875" y="4603533"/>
            <a:ext cx="8748584" cy="1959515"/>
          </a:xfrm>
          <a:prstGeom prst="rect">
            <a:avLst/>
          </a:prstGeom>
          <a:solidFill>
            <a:schemeClr val="accent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ja-JP" altLang="en-US" sz="1050">
                <a:solidFill>
                  <a:schemeClr val="tx1"/>
                </a:solidFill>
                <a:latin typeface="Meiryo UI" panose="020B0604030504040204" pitchFamily="50" charset="-128"/>
                <a:ea typeface="Meiryo UI" panose="020B0604030504040204" pitchFamily="50" charset="-128"/>
              </a:rPr>
              <a:t>（</a:t>
            </a:r>
            <a:r>
              <a:rPr lang="en-US" altLang="ja-JP" sz="1050">
                <a:solidFill>
                  <a:schemeClr val="tx1"/>
                </a:solidFill>
                <a:latin typeface="Meiryo UI" panose="020B0604030504040204" pitchFamily="50" charset="-128"/>
                <a:ea typeface="Meiryo UI" panose="020B0604030504040204" pitchFamily="50" charset="-128"/>
              </a:rPr>
              <a:t>Please note the above</a:t>
            </a:r>
            <a:r>
              <a:rPr lang="ja-JP" altLang="en-US" sz="1050">
                <a:solidFill>
                  <a:schemeClr val="tx1"/>
                </a:solidFill>
                <a:latin typeface="Meiryo UI" panose="020B0604030504040204" pitchFamily="50" charset="-128"/>
                <a:ea typeface="Meiryo UI" panose="020B0604030504040204" pitchFamily="50" charset="-128"/>
              </a:rPr>
              <a:t>）</a:t>
            </a:r>
            <a:endParaRPr kumimoji="1" lang="en-US" altLang="ja-JP" sz="1050">
              <a:solidFill>
                <a:schemeClr val="tx1"/>
              </a:solidFill>
              <a:latin typeface="Meiryo UI" panose="020B0604030504040204" pitchFamily="50" charset="-128"/>
              <a:ea typeface="Meiryo UI" panose="020B0604030504040204" pitchFamily="50" charset="-128"/>
            </a:endParaRPr>
          </a:p>
          <a:p>
            <a:pPr marL="171450" indent="-171450">
              <a:lnSpc>
                <a:spcPct val="150000"/>
              </a:lnSpc>
              <a:buFont typeface="Arial" panose="020B0604020202020204" pitchFamily="34" charset="0"/>
              <a:buChar char="•"/>
            </a:pPr>
            <a:r>
              <a:rPr lang="en-US" altLang="ja-JP" sz="1050" b="1" u="sng">
                <a:solidFill>
                  <a:schemeClr val="tx1"/>
                </a:solidFill>
                <a:latin typeface="Meiryo UI" panose="020B0604030504040204" pitchFamily="50" charset="-128"/>
                <a:ea typeface="Meiryo UI" panose="020B0604030504040204" pitchFamily="50" charset="-128"/>
              </a:rPr>
              <a:t>It should be noted that the voluntary audit to be conducted by AW Group companies on this occasion is unrelated to the above and will be carried out on all tangible fixed assets across all subsidiaries.</a:t>
            </a:r>
          </a:p>
          <a:p>
            <a:pPr marL="171450" indent="-171450">
              <a:lnSpc>
                <a:spcPct val="150000"/>
              </a:lnSpc>
              <a:buFont typeface="Arial" panose="020B0604020202020204" pitchFamily="34" charset="0"/>
              <a:buChar char="•"/>
            </a:pPr>
            <a:r>
              <a:rPr lang="en-US" altLang="ja-JP" sz="1050" b="1" u="sng">
                <a:solidFill>
                  <a:schemeClr val="tx1"/>
                </a:solidFill>
                <a:latin typeface="Meiryo UI" panose="020B0604030504040204" pitchFamily="50" charset="-128"/>
                <a:ea typeface="Meiryo UI" panose="020B0604030504040204" pitchFamily="50" charset="-128"/>
              </a:rPr>
              <a:t>Should your company be selected for the audit, you will be notified by the AW Secretariat (AW Consolidated Management Office).</a:t>
            </a:r>
          </a:p>
          <a:p>
            <a:pPr marL="171450" indent="-171450">
              <a:lnSpc>
                <a:spcPct val="150000"/>
              </a:lnSpc>
              <a:buFont typeface="Arial" panose="020B0604020202020204" pitchFamily="34" charset="0"/>
              <a:buChar char="•"/>
            </a:pPr>
            <a:r>
              <a:rPr lang="en-US" altLang="ja-JP" sz="1050" b="1" u="sng">
                <a:solidFill>
                  <a:schemeClr val="tx1"/>
                </a:solidFill>
                <a:latin typeface="Meiryo UI" panose="020B0604030504040204" pitchFamily="50" charset="-128"/>
                <a:ea typeface="Meiryo UI" panose="020B0604030504040204" pitchFamily="50" charset="-128"/>
              </a:rPr>
              <a:t>Based on the selection criteria outlined above, each company is requested to identify the relevant sites and assets.</a:t>
            </a:r>
          </a:p>
          <a:p>
            <a:pPr marL="171450" indent="-171450">
              <a:lnSpc>
                <a:spcPct val="150000"/>
              </a:lnSpc>
              <a:buFont typeface="Arial" panose="020B0604020202020204" pitchFamily="34" charset="0"/>
              <a:buChar char="•"/>
            </a:pPr>
            <a:r>
              <a:rPr lang="en-US" altLang="ja-JP" sz="1050" b="1" u="sng">
                <a:solidFill>
                  <a:schemeClr val="tx1"/>
                </a:solidFill>
                <a:latin typeface="Meiryo UI" panose="020B0604030504040204" pitchFamily="50" charset="-128"/>
                <a:ea typeface="Meiryo UI" panose="020B0604030504040204" pitchFamily="50" charset="-128"/>
              </a:rPr>
              <a:t>The AW Secretariat (AW Consolidated Management Office) will notify you individually regarding the sites to be inspected in the presence of external experts (Deloitte).</a:t>
            </a:r>
            <a:endParaRPr lang="en-US" altLang="ja-JP" sz="105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41685740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18CBF-D30C-AA7D-82F8-9DDEBE742D4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BA0879B-F587-314D-21EF-E69B8B219EED}"/>
              </a:ext>
            </a:extLst>
          </p:cNvPr>
          <p:cNvSpPr txBox="1">
            <a:spLocks/>
          </p:cNvSpPr>
          <p:nvPr/>
        </p:nvSpPr>
        <p:spPr>
          <a:xfrm>
            <a:off x="163350" y="95256"/>
            <a:ext cx="6581229" cy="460263"/>
          </a:xfrm>
          <a:prstGeom prst="rect">
            <a:avLst/>
          </a:prstGeom>
        </p:spPr>
        <p:txBody>
          <a:bodyPr/>
          <a:lstStyle>
            <a:lvl1pPr algn="ctr" rtl="0" eaLnBrk="0" fontAlgn="base" hangingPunct="0">
              <a:spcBef>
                <a:spcPct val="0"/>
              </a:spcBef>
              <a:spcAft>
                <a:spcPct val="0"/>
              </a:spcAft>
              <a:defRPr kumimoji="1" lang="ja-JP" altLang="en-US" sz="2000" b="0" kern="1200" smtClean="0">
                <a:solidFill>
                  <a:schemeClr val="accent2"/>
                </a:solidFill>
                <a:latin typeface="Meiryo UI" pitchFamily="50" charset="-128"/>
                <a:ea typeface="Meiryo UI" pitchFamily="50" charset="-128"/>
                <a:cs typeface="Meiryo UI" pitchFamily="50" charset="-128"/>
              </a:defRPr>
            </a:lvl1pPr>
            <a:lvl2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2pPr>
            <a:lvl3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3pPr>
            <a:lvl4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4pPr>
            <a:lvl5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5pPr>
            <a:lvl6pPr marL="389626" algn="ctr" rtl="0" fontAlgn="base">
              <a:spcBef>
                <a:spcPct val="0"/>
              </a:spcBef>
              <a:spcAft>
                <a:spcPct val="0"/>
              </a:spcAft>
              <a:defRPr sz="1700">
                <a:solidFill>
                  <a:schemeClr val="tx1"/>
                </a:solidFill>
                <a:latin typeface="HGPｺﾞｼｯｸE" pitchFamily="50" charset="-128"/>
                <a:ea typeface="HGPｺﾞｼｯｸE" pitchFamily="50" charset="-128"/>
              </a:defRPr>
            </a:lvl6pPr>
            <a:lvl7pPr marL="779252" algn="ctr" rtl="0" fontAlgn="base">
              <a:spcBef>
                <a:spcPct val="0"/>
              </a:spcBef>
              <a:spcAft>
                <a:spcPct val="0"/>
              </a:spcAft>
              <a:defRPr sz="1700">
                <a:solidFill>
                  <a:schemeClr val="tx1"/>
                </a:solidFill>
                <a:latin typeface="HGPｺﾞｼｯｸE" pitchFamily="50" charset="-128"/>
                <a:ea typeface="HGPｺﾞｼｯｸE" pitchFamily="50" charset="-128"/>
              </a:defRPr>
            </a:lvl7pPr>
            <a:lvl8pPr marL="1168878" algn="ctr" rtl="0" fontAlgn="base">
              <a:spcBef>
                <a:spcPct val="0"/>
              </a:spcBef>
              <a:spcAft>
                <a:spcPct val="0"/>
              </a:spcAft>
              <a:defRPr sz="1700">
                <a:solidFill>
                  <a:schemeClr val="tx1"/>
                </a:solidFill>
                <a:latin typeface="HGPｺﾞｼｯｸE" pitchFamily="50" charset="-128"/>
                <a:ea typeface="HGPｺﾞｼｯｸE" pitchFamily="50" charset="-128"/>
              </a:defRPr>
            </a:lvl8pPr>
            <a:lvl9pPr marL="1558503" algn="ctr" rtl="0" fontAlgn="base">
              <a:spcBef>
                <a:spcPct val="0"/>
              </a:spcBef>
              <a:spcAft>
                <a:spcPct val="0"/>
              </a:spcAft>
              <a:defRPr sz="1700">
                <a:solidFill>
                  <a:schemeClr val="tx1"/>
                </a:solidFill>
                <a:latin typeface="HGPｺﾞｼｯｸE" pitchFamily="50" charset="-128"/>
                <a:ea typeface="HGPｺﾞｼｯｸE" pitchFamily="50" charset="-128"/>
              </a:defRPr>
            </a:lvl9pPr>
          </a:lstStyle>
          <a:p>
            <a:pPr algn="l"/>
            <a:r>
              <a:rPr lang="ja-JP" altLang="en-US" sz="2275" b="1"/>
              <a:t>３．</a:t>
            </a:r>
            <a:r>
              <a:rPr lang="en-US" altLang="ja-JP" sz="2275" b="1"/>
              <a:t>Schedule</a:t>
            </a:r>
            <a:endParaRPr lang="ja-JP" altLang="en-US" sz="2275" b="1"/>
          </a:p>
        </p:txBody>
      </p:sp>
      <p:sp>
        <p:nvSpPr>
          <p:cNvPr id="5" name="テキスト ボックス 4">
            <a:extLst>
              <a:ext uri="{FF2B5EF4-FFF2-40B4-BE49-F238E27FC236}">
                <a16:creationId xmlns:a16="http://schemas.microsoft.com/office/drawing/2014/main" id="{A35F6255-ABBC-5565-B63D-8390CE0BD0DD}"/>
              </a:ext>
            </a:extLst>
          </p:cNvPr>
          <p:cNvSpPr txBox="1"/>
          <p:nvPr/>
        </p:nvSpPr>
        <p:spPr>
          <a:xfrm>
            <a:off x="394252" y="725813"/>
            <a:ext cx="9193696" cy="5664587"/>
          </a:xfrm>
          <a:prstGeom prst="rect">
            <a:avLst/>
          </a:prstGeom>
          <a:noFill/>
        </p:spPr>
        <p:txBody>
          <a:bodyPr wrap="square" lIns="36000" rIns="36000" rtlCol="0">
            <a:noAutofit/>
          </a:bodyPr>
          <a:lstStyle/>
          <a:p>
            <a:pPr>
              <a:spcAft>
                <a:spcPts val="600"/>
              </a:spcAft>
            </a:pPr>
            <a:endParaRPr kumimoji="1" lang="en-US" altLang="ja-JP" sz="2200" b="1">
              <a:solidFill>
                <a:schemeClr val="accent6"/>
              </a:solidFill>
              <a:latin typeface="Meiryo UI" panose="020B0604030504040204" pitchFamily="50" charset="-128"/>
              <a:ea typeface="Meiryo UI" panose="020B0604030504040204" pitchFamily="50" charset="-128"/>
              <a:cs typeface="Meiryo UI" panose="020B0604030504040204" pitchFamily="50" charset="-128"/>
            </a:endParaRPr>
          </a:p>
          <a:p>
            <a:pPr marL="731838" lvl="1" indent="-342900">
              <a:spcAft>
                <a:spcPts val="600"/>
              </a:spcAft>
              <a:buFont typeface="Arial" panose="020B0604020202020204" pitchFamily="34" charset="0"/>
              <a:buChar char="•"/>
            </a:pPr>
            <a:endParaRPr lang="en-US" altLang="ja-JP" sz="1800" b="1">
              <a:solidFill>
                <a:schemeClr val="accent6"/>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3" name="タイトル 1">
            <a:extLst>
              <a:ext uri="{FF2B5EF4-FFF2-40B4-BE49-F238E27FC236}">
                <a16:creationId xmlns:a16="http://schemas.microsoft.com/office/drawing/2014/main" id="{2619E47E-AC8B-B886-00A3-938A4C12AFB3}"/>
              </a:ext>
            </a:extLst>
          </p:cNvPr>
          <p:cNvSpPr txBox="1">
            <a:spLocks/>
          </p:cNvSpPr>
          <p:nvPr/>
        </p:nvSpPr>
        <p:spPr bwMode="auto">
          <a:xfrm>
            <a:off x="1176762" y="2048218"/>
            <a:ext cx="8013544" cy="709656"/>
          </a:xfrm>
          <a:prstGeom prst="rect">
            <a:avLst/>
          </a:prstGeom>
          <a:solidFill>
            <a:srgbClr val="FFFFCC"/>
          </a:solidFill>
          <a:ln w="9525">
            <a:solidFill>
              <a:schemeClr val="tx1"/>
            </a:solidFill>
            <a:miter lim="800000"/>
            <a:headEnd/>
            <a:tailEnd/>
          </a:ln>
        </p:spPr>
        <p:txBody>
          <a:bodyPr wrap="none" lIns="77114" tIns="37880" rIns="77114" bIns="37880" anchor="ctr"/>
          <a:lstStyle>
            <a:lvl1pPr algn="l" rtl="0" eaLnBrk="0" fontAlgn="base" hangingPunct="0">
              <a:spcBef>
                <a:spcPct val="0"/>
              </a:spcBef>
              <a:spcAft>
                <a:spcPct val="0"/>
              </a:spcAft>
              <a:defRPr kumimoji="1" lang="ja-JP" altLang="en-US" sz="2280" b="1" kern="1200">
                <a:solidFill>
                  <a:schemeClr val="accent2"/>
                </a:solidFill>
                <a:latin typeface="Meiryo UI" pitchFamily="50" charset="-128"/>
                <a:ea typeface="Meiryo UI" pitchFamily="50" charset="-128"/>
                <a:cs typeface="Meiryo UI" pitchFamily="50" charset="-128"/>
              </a:defRPr>
            </a:lvl1pPr>
            <a:lvl2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2pPr>
            <a:lvl3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3pPr>
            <a:lvl4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4pPr>
            <a:lvl5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5pPr>
            <a:lvl6pPr marL="316571" algn="ctr" rtl="0" fontAlgn="base">
              <a:spcBef>
                <a:spcPct val="0"/>
              </a:spcBef>
              <a:spcAft>
                <a:spcPct val="0"/>
              </a:spcAft>
              <a:defRPr sz="1381">
                <a:solidFill>
                  <a:schemeClr val="tx1"/>
                </a:solidFill>
                <a:latin typeface="HGPｺﾞｼｯｸE" pitchFamily="50" charset="-128"/>
                <a:ea typeface="HGPｺﾞｼｯｸE" pitchFamily="50" charset="-128"/>
              </a:defRPr>
            </a:lvl6pPr>
            <a:lvl7pPr marL="633142" algn="ctr" rtl="0" fontAlgn="base">
              <a:spcBef>
                <a:spcPct val="0"/>
              </a:spcBef>
              <a:spcAft>
                <a:spcPct val="0"/>
              </a:spcAft>
              <a:defRPr sz="1381">
                <a:solidFill>
                  <a:schemeClr val="tx1"/>
                </a:solidFill>
                <a:latin typeface="HGPｺﾞｼｯｸE" pitchFamily="50" charset="-128"/>
                <a:ea typeface="HGPｺﾞｼｯｸE" pitchFamily="50" charset="-128"/>
              </a:defRPr>
            </a:lvl7pPr>
            <a:lvl8pPr marL="949713" algn="ctr" rtl="0" fontAlgn="base">
              <a:spcBef>
                <a:spcPct val="0"/>
              </a:spcBef>
              <a:spcAft>
                <a:spcPct val="0"/>
              </a:spcAft>
              <a:defRPr sz="1381">
                <a:solidFill>
                  <a:schemeClr val="tx1"/>
                </a:solidFill>
                <a:latin typeface="HGPｺﾞｼｯｸE" pitchFamily="50" charset="-128"/>
                <a:ea typeface="HGPｺﾞｼｯｸE" pitchFamily="50" charset="-128"/>
              </a:defRPr>
            </a:lvl8pPr>
            <a:lvl9pPr marL="1266284" algn="ctr" rtl="0" fontAlgn="base">
              <a:spcBef>
                <a:spcPct val="0"/>
              </a:spcBef>
              <a:spcAft>
                <a:spcPct val="0"/>
              </a:spcAft>
              <a:defRPr sz="1381">
                <a:solidFill>
                  <a:schemeClr val="tx1"/>
                </a:solidFill>
                <a:latin typeface="HGPｺﾞｼｯｸE" pitchFamily="50" charset="-128"/>
                <a:ea typeface="HGPｺﾞｼｯｸE" pitchFamily="50" charset="-128"/>
              </a:defRPr>
            </a:lvl9pPr>
          </a:lstStyle>
          <a:p>
            <a:pPr algn="ctr"/>
            <a:r>
              <a:rPr lang="en-US" altLang="ja-JP" sz="1800"/>
              <a:t>PPE physical inspection</a:t>
            </a:r>
            <a:r>
              <a:rPr lang="ja-JP" altLang="en-US" sz="1800"/>
              <a:t>：</a:t>
            </a:r>
            <a:r>
              <a:rPr lang="en-US" altLang="ja-JP" sz="1800"/>
              <a:t>By 24 April 2026</a:t>
            </a:r>
          </a:p>
        </p:txBody>
      </p:sp>
      <p:sp>
        <p:nvSpPr>
          <p:cNvPr id="7" name="タイトル 1">
            <a:extLst>
              <a:ext uri="{FF2B5EF4-FFF2-40B4-BE49-F238E27FC236}">
                <a16:creationId xmlns:a16="http://schemas.microsoft.com/office/drawing/2014/main" id="{D35874F3-E675-5FA9-2E4C-38F86A21C4C2}"/>
              </a:ext>
            </a:extLst>
          </p:cNvPr>
          <p:cNvSpPr txBox="1">
            <a:spLocks/>
          </p:cNvSpPr>
          <p:nvPr/>
        </p:nvSpPr>
        <p:spPr bwMode="auto">
          <a:xfrm>
            <a:off x="1176762" y="3074772"/>
            <a:ext cx="8013544" cy="709656"/>
          </a:xfrm>
          <a:prstGeom prst="rect">
            <a:avLst/>
          </a:prstGeom>
          <a:solidFill>
            <a:srgbClr val="FFFFCC"/>
          </a:solidFill>
          <a:ln w="9525">
            <a:solidFill>
              <a:schemeClr val="tx1"/>
            </a:solidFill>
            <a:miter lim="800000"/>
            <a:headEnd/>
            <a:tailEnd/>
          </a:ln>
        </p:spPr>
        <p:txBody>
          <a:bodyPr wrap="none" lIns="77114" tIns="37880" rIns="77114" bIns="37880" anchor="ctr"/>
          <a:lstStyle>
            <a:lvl1pPr algn="l" rtl="0" eaLnBrk="0" fontAlgn="base" hangingPunct="0">
              <a:spcBef>
                <a:spcPct val="0"/>
              </a:spcBef>
              <a:spcAft>
                <a:spcPct val="0"/>
              </a:spcAft>
              <a:defRPr kumimoji="1" lang="ja-JP" altLang="en-US" sz="2280" b="1" kern="1200">
                <a:solidFill>
                  <a:schemeClr val="accent2"/>
                </a:solidFill>
                <a:latin typeface="Meiryo UI" pitchFamily="50" charset="-128"/>
                <a:ea typeface="Meiryo UI" pitchFamily="50" charset="-128"/>
                <a:cs typeface="Meiryo UI" pitchFamily="50" charset="-128"/>
              </a:defRPr>
            </a:lvl1pPr>
            <a:lvl2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2pPr>
            <a:lvl3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3pPr>
            <a:lvl4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4pPr>
            <a:lvl5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5pPr>
            <a:lvl6pPr marL="316571" algn="ctr" rtl="0" fontAlgn="base">
              <a:spcBef>
                <a:spcPct val="0"/>
              </a:spcBef>
              <a:spcAft>
                <a:spcPct val="0"/>
              </a:spcAft>
              <a:defRPr sz="1381">
                <a:solidFill>
                  <a:schemeClr val="tx1"/>
                </a:solidFill>
                <a:latin typeface="HGPｺﾞｼｯｸE" pitchFamily="50" charset="-128"/>
                <a:ea typeface="HGPｺﾞｼｯｸE" pitchFamily="50" charset="-128"/>
              </a:defRPr>
            </a:lvl6pPr>
            <a:lvl7pPr marL="633142" algn="ctr" rtl="0" fontAlgn="base">
              <a:spcBef>
                <a:spcPct val="0"/>
              </a:spcBef>
              <a:spcAft>
                <a:spcPct val="0"/>
              </a:spcAft>
              <a:defRPr sz="1381">
                <a:solidFill>
                  <a:schemeClr val="tx1"/>
                </a:solidFill>
                <a:latin typeface="HGPｺﾞｼｯｸE" pitchFamily="50" charset="-128"/>
                <a:ea typeface="HGPｺﾞｼｯｸE" pitchFamily="50" charset="-128"/>
              </a:defRPr>
            </a:lvl7pPr>
            <a:lvl8pPr marL="949713" algn="ctr" rtl="0" fontAlgn="base">
              <a:spcBef>
                <a:spcPct val="0"/>
              </a:spcBef>
              <a:spcAft>
                <a:spcPct val="0"/>
              </a:spcAft>
              <a:defRPr sz="1381">
                <a:solidFill>
                  <a:schemeClr val="tx1"/>
                </a:solidFill>
                <a:latin typeface="HGPｺﾞｼｯｸE" pitchFamily="50" charset="-128"/>
                <a:ea typeface="HGPｺﾞｼｯｸE" pitchFamily="50" charset="-128"/>
              </a:defRPr>
            </a:lvl8pPr>
            <a:lvl9pPr marL="1266284" algn="ctr" rtl="0" fontAlgn="base">
              <a:spcBef>
                <a:spcPct val="0"/>
              </a:spcBef>
              <a:spcAft>
                <a:spcPct val="0"/>
              </a:spcAft>
              <a:defRPr sz="1381">
                <a:solidFill>
                  <a:schemeClr val="tx1"/>
                </a:solidFill>
                <a:latin typeface="HGPｺﾞｼｯｸE" pitchFamily="50" charset="-128"/>
                <a:ea typeface="HGPｺﾞｼｯｸE" pitchFamily="50" charset="-128"/>
              </a:defRPr>
            </a:lvl9pPr>
          </a:lstStyle>
          <a:p>
            <a:pPr algn="ctr"/>
            <a:r>
              <a:rPr lang="en-US" altLang="ja-JP" sz="1800"/>
              <a:t>Adjusting journal entries</a:t>
            </a:r>
            <a:r>
              <a:rPr lang="ja-JP" altLang="en-US" sz="1800"/>
              <a:t>：</a:t>
            </a:r>
            <a:r>
              <a:rPr lang="en-US" altLang="ja-JP" sz="1800"/>
              <a:t> By 28 April 2026</a:t>
            </a:r>
          </a:p>
        </p:txBody>
      </p:sp>
    </p:spTree>
    <p:extLst>
      <p:ext uri="{BB962C8B-B14F-4D97-AF65-F5344CB8AC3E}">
        <p14:creationId xmlns:p14="http://schemas.microsoft.com/office/powerpoint/2010/main" val="17325888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BE25B-4A3B-56F6-0462-4298606E1B5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B103A66-9034-744C-8AA4-C77855DA876F}"/>
              </a:ext>
            </a:extLst>
          </p:cNvPr>
          <p:cNvSpPr txBox="1">
            <a:spLocks/>
          </p:cNvSpPr>
          <p:nvPr/>
        </p:nvSpPr>
        <p:spPr>
          <a:xfrm>
            <a:off x="163350" y="95256"/>
            <a:ext cx="6581229" cy="460263"/>
          </a:xfrm>
          <a:prstGeom prst="rect">
            <a:avLst/>
          </a:prstGeom>
        </p:spPr>
        <p:txBody>
          <a:bodyPr/>
          <a:lstStyle>
            <a:lvl1pPr algn="ctr" rtl="0" eaLnBrk="0" fontAlgn="base" hangingPunct="0">
              <a:spcBef>
                <a:spcPct val="0"/>
              </a:spcBef>
              <a:spcAft>
                <a:spcPct val="0"/>
              </a:spcAft>
              <a:defRPr kumimoji="1" lang="ja-JP" altLang="en-US" sz="2000" b="0" kern="1200" smtClean="0">
                <a:solidFill>
                  <a:schemeClr val="accent2"/>
                </a:solidFill>
                <a:latin typeface="Meiryo UI" pitchFamily="50" charset="-128"/>
                <a:ea typeface="Meiryo UI" pitchFamily="50" charset="-128"/>
                <a:cs typeface="Meiryo UI" pitchFamily="50" charset="-128"/>
              </a:defRPr>
            </a:lvl1pPr>
            <a:lvl2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2pPr>
            <a:lvl3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3pPr>
            <a:lvl4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4pPr>
            <a:lvl5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5pPr>
            <a:lvl6pPr marL="389626" algn="ctr" rtl="0" fontAlgn="base">
              <a:spcBef>
                <a:spcPct val="0"/>
              </a:spcBef>
              <a:spcAft>
                <a:spcPct val="0"/>
              </a:spcAft>
              <a:defRPr sz="1700">
                <a:solidFill>
                  <a:schemeClr val="tx1"/>
                </a:solidFill>
                <a:latin typeface="HGPｺﾞｼｯｸE" pitchFamily="50" charset="-128"/>
                <a:ea typeface="HGPｺﾞｼｯｸE" pitchFamily="50" charset="-128"/>
              </a:defRPr>
            </a:lvl6pPr>
            <a:lvl7pPr marL="779252" algn="ctr" rtl="0" fontAlgn="base">
              <a:spcBef>
                <a:spcPct val="0"/>
              </a:spcBef>
              <a:spcAft>
                <a:spcPct val="0"/>
              </a:spcAft>
              <a:defRPr sz="1700">
                <a:solidFill>
                  <a:schemeClr val="tx1"/>
                </a:solidFill>
                <a:latin typeface="HGPｺﾞｼｯｸE" pitchFamily="50" charset="-128"/>
                <a:ea typeface="HGPｺﾞｼｯｸE" pitchFamily="50" charset="-128"/>
              </a:defRPr>
            </a:lvl7pPr>
            <a:lvl8pPr marL="1168878" algn="ctr" rtl="0" fontAlgn="base">
              <a:spcBef>
                <a:spcPct val="0"/>
              </a:spcBef>
              <a:spcAft>
                <a:spcPct val="0"/>
              </a:spcAft>
              <a:defRPr sz="1700">
                <a:solidFill>
                  <a:schemeClr val="tx1"/>
                </a:solidFill>
                <a:latin typeface="HGPｺﾞｼｯｸE" pitchFamily="50" charset="-128"/>
                <a:ea typeface="HGPｺﾞｼｯｸE" pitchFamily="50" charset="-128"/>
              </a:defRPr>
            </a:lvl8pPr>
            <a:lvl9pPr marL="1558503" algn="ctr" rtl="0" fontAlgn="base">
              <a:spcBef>
                <a:spcPct val="0"/>
              </a:spcBef>
              <a:spcAft>
                <a:spcPct val="0"/>
              </a:spcAft>
              <a:defRPr sz="1700">
                <a:solidFill>
                  <a:schemeClr val="tx1"/>
                </a:solidFill>
                <a:latin typeface="HGPｺﾞｼｯｸE" pitchFamily="50" charset="-128"/>
                <a:ea typeface="HGPｺﾞｼｯｸE" pitchFamily="50" charset="-128"/>
              </a:defRPr>
            </a:lvl9pPr>
          </a:lstStyle>
          <a:p>
            <a:pPr algn="l"/>
            <a:r>
              <a:rPr lang="ja-JP" altLang="en-US" sz="2275" b="1"/>
              <a:t>４．</a:t>
            </a:r>
            <a:r>
              <a:rPr lang="ja-JP" altLang="en-US" b="1" noProof="1"/>
              <a:t> Points to keep in mind </a:t>
            </a:r>
            <a:r>
              <a:rPr lang="ja-JP" altLang="en-US" sz="2275" b="1"/>
              <a:t>（</a:t>
            </a:r>
            <a:r>
              <a:rPr lang="en-US" altLang="ja-JP" sz="2275" b="1"/>
              <a:t>1/4</a:t>
            </a:r>
            <a:r>
              <a:rPr lang="ja-JP" altLang="en-US" sz="2275" b="1"/>
              <a:t>）</a:t>
            </a:r>
          </a:p>
        </p:txBody>
      </p:sp>
      <p:sp>
        <p:nvSpPr>
          <p:cNvPr id="4" name="テキスト ボックス 3">
            <a:extLst>
              <a:ext uri="{FF2B5EF4-FFF2-40B4-BE49-F238E27FC236}">
                <a16:creationId xmlns:a16="http://schemas.microsoft.com/office/drawing/2014/main" id="{FBF2AE10-44A2-A775-3719-94A3C42D7187}"/>
              </a:ext>
            </a:extLst>
          </p:cNvPr>
          <p:cNvSpPr txBox="1"/>
          <p:nvPr/>
        </p:nvSpPr>
        <p:spPr>
          <a:xfrm>
            <a:off x="356153" y="760677"/>
            <a:ext cx="9193696" cy="3828472"/>
          </a:xfrm>
          <a:prstGeom prst="rect">
            <a:avLst/>
          </a:prstGeom>
          <a:noFill/>
        </p:spPr>
        <p:txBody>
          <a:bodyPr wrap="square" lIns="36000" rIns="36000" rtlCol="0">
            <a:noAutofit/>
          </a:bodyPr>
          <a:lstStyle/>
          <a:p>
            <a:pPr marL="285750" indent="-285750">
              <a:buFont typeface="Wingdings" panose="05000000000000000000" pitchFamily="2" charset="2"/>
              <a:buChar char="l"/>
            </a:pPr>
            <a:r>
              <a:rPr lang="en-US" altLang="ja-JP" sz="2000" b="1" dirty="0">
                <a:solidFill>
                  <a:schemeClr val="accent6"/>
                </a:solidFill>
                <a:latin typeface="Meiryo UI" panose="020B0604030504040204" pitchFamily="50" charset="-128"/>
                <a:ea typeface="Meiryo UI" panose="020B0604030504040204" pitchFamily="50" charset="-128"/>
                <a:cs typeface="Meiryo UI" panose="020B0604030504040204" pitchFamily="50" charset="-128"/>
              </a:rPr>
              <a:t>Pre-inspection preparation</a:t>
            </a:r>
          </a:p>
          <a:p>
            <a:pPr marL="570775" indent="-285750">
              <a:spcAft>
                <a:spcPts val="600"/>
              </a:spcAft>
              <a:buFont typeface="Arial" panose="020B0604020202020204" pitchFamily="34" charset="0"/>
              <a:buChar char="•"/>
            </a:pPr>
            <a:r>
              <a:rPr lang="en-US" altLang="ja-JP" dirty="0">
                <a:solidFill>
                  <a:schemeClr val="accent6"/>
                </a:solidFill>
                <a:latin typeface="Meiryo UI" panose="020B0604030504040204" pitchFamily="50" charset="-128"/>
                <a:ea typeface="Meiryo UI" panose="020B0604030504040204" pitchFamily="50" charset="-128"/>
              </a:rPr>
              <a:t>Understand in advance whether the target assets can be visually identified. </a:t>
            </a:r>
          </a:p>
          <a:p>
            <a:pPr marL="570775" indent="-285750">
              <a:spcAft>
                <a:spcPts val="600"/>
              </a:spcAft>
              <a:buFont typeface="Arial" panose="020B0604020202020204" pitchFamily="34" charset="0"/>
              <a:buChar char="•"/>
            </a:pPr>
            <a:r>
              <a:rPr lang="en-US" altLang="ja-JP" dirty="0">
                <a:solidFill>
                  <a:schemeClr val="accent6"/>
                </a:solidFill>
                <a:latin typeface="Meiryo UI" panose="020B0604030504040204" pitchFamily="50" charset="-128"/>
                <a:ea typeface="Meiryo UI" panose="020B0604030504040204" pitchFamily="50" charset="-128"/>
              </a:rPr>
              <a:t>Where repair and maintenance costs and labor costs are recorded as fixed assets, the asset value of the relevant fixed assets must be verified prior to the physical inspection of fixed assets, and the results must be noted in the remarks column of the fixed asset </a:t>
            </a:r>
            <a:r>
              <a:rPr lang="en-US" altLang="ja-JP" b="1" dirty="0">
                <a:solidFill>
                  <a:schemeClr val="accent6"/>
                </a:solidFill>
                <a:latin typeface="Meiryo UI" panose="020B0604030504040204" pitchFamily="50" charset="-128"/>
                <a:ea typeface="Meiryo UI" panose="020B0604030504040204" pitchFamily="50" charset="-128"/>
              </a:rPr>
              <a:t>inspection sheet</a:t>
            </a:r>
            <a:r>
              <a:rPr lang="en-US" altLang="ja-JP" dirty="0">
                <a:solidFill>
                  <a:schemeClr val="accent6"/>
                </a:solidFill>
                <a:latin typeface="Meiryo UI" panose="020B0604030504040204" pitchFamily="50" charset="-128"/>
                <a:ea typeface="Meiryo UI" panose="020B0604030504040204" pitchFamily="50" charset="-128"/>
              </a:rPr>
              <a:t>.</a:t>
            </a:r>
          </a:p>
          <a:p>
            <a:pPr marL="959713" lvl="1" indent="-285750">
              <a:spcAft>
                <a:spcPts val="600"/>
              </a:spcAft>
              <a:buFont typeface="Wingdings" panose="05000000000000000000" pitchFamily="2" charset="2"/>
              <a:buChar char="Ø"/>
            </a:pPr>
            <a:endParaRPr lang="en-US" altLang="ja-JP" dirty="0">
              <a:solidFill>
                <a:schemeClr val="accent6"/>
              </a:solidFill>
              <a:latin typeface="Meiryo UI" panose="020B0604030504040204" pitchFamily="50" charset="-128"/>
              <a:ea typeface="Meiryo UI" panose="020B0604030504040204" pitchFamily="50" charset="-128"/>
            </a:endParaRPr>
          </a:p>
          <a:p>
            <a:pPr marL="570775" indent="-285750">
              <a:spcAft>
                <a:spcPts val="600"/>
              </a:spcAft>
              <a:buFont typeface="Arial" panose="020B0604020202020204" pitchFamily="34" charset="0"/>
              <a:buChar char="•"/>
            </a:pPr>
            <a:endParaRPr lang="en-US" altLang="ja-JP" dirty="0">
              <a:solidFill>
                <a:schemeClr val="accent6"/>
              </a:solidFill>
              <a:latin typeface="Meiryo UI" panose="020B0604030504040204" pitchFamily="50" charset="-128"/>
              <a:ea typeface="Meiryo UI" panose="020B0604030504040204" pitchFamily="50" charset="-128"/>
            </a:endParaRPr>
          </a:p>
          <a:p>
            <a:pPr marL="570775" indent="-285750">
              <a:spcAft>
                <a:spcPts val="600"/>
              </a:spcAft>
              <a:buFont typeface="Arial" panose="020B0604020202020204" pitchFamily="34" charset="0"/>
              <a:buChar char="•"/>
            </a:pPr>
            <a:endParaRPr lang="en-US" altLang="ja-JP" dirty="0">
              <a:solidFill>
                <a:schemeClr val="accent6"/>
              </a:solidFill>
              <a:latin typeface="Meiryo UI" panose="020B0604030504040204" pitchFamily="50" charset="-128"/>
              <a:ea typeface="Meiryo UI" panose="020B0604030504040204" pitchFamily="50" charset="-128"/>
            </a:endParaRPr>
          </a:p>
          <a:p>
            <a:pPr marL="570775" indent="-285750">
              <a:spcAft>
                <a:spcPts val="600"/>
              </a:spcAft>
              <a:buFont typeface="Arial" panose="020B0604020202020204" pitchFamily="34" charset="0"/>
              <a:buChar char="•"/>
            </a:pPr>
            <a:endParaRPr lang="en-US" altLang="ja-JP" dirty="0">
              <a:solidFill>
                <a:schemeClr val="accent6"/>
              </a:solidFill>
              <a:latin typeface="Meiryo UI" panose="020B0604030504040204" pitchFamily="50" charset="-128"/>
              <a:ea typeface="Meiryo UI" panose="020B0604030504040204" pitchFamily="50" charset="-128"/>
            </a:endParaRPr>
          </a:p>
          <a:p>
            <a:pPr marL="570775" indent="-285750">
              <a:spcAft>
                <a:spcPts val="600"/>
              </a:spcAft>
              <a:buFont typeface="Arial" panose="020B0604020202020204" pitchFamily="34" charset="0"/>
              <a:buChar char="•"/>
            </a:pPr>
            <a:r>
              <a:rPr lang="en-US" altLang="ja-JP" dirty="0">
                <a:solidFill>
                  <a:schemeClr val="accent6"/>
                </a:solidFill>
                <a:latin typeface="Meiryo UI" panose="020B0604030504040204" pitchFamily="50" charset="-128"/>
                <a:ea typeface="Meiryo UI" panose="020B0604030504040204" pitchFamily="50" charset="-128"/>
              </a:rPr>
              <a:t>Prepare the following:</a:t>
            </a:r>
            <a:endParaRPr lang="ja-JP" altLang="en-US" dirty="0">
              <a:solidFill>
                <a:schemeClr val="accent6"/>
              </a:solidFill>
              <a:latin typeface="Meiryo UI" panose="020B0604030504040204" pitchFamily="50" charset="-128"/>
              <a:ea typeface="Meiryo UI" panose="020B0604030504040204" pitchFamily="50" charset="-128"/>
            </a:endParaRPr>
          </a:p>
          <a:p>
            <a:pPr marL="959713" lvl="1" indent="-285750">
              <a:spcAft>
                <a:spcPts val="600"/>
              </a:spcAft>
              <a:buFont typeface="Wingdings" panose="05000000000000000000" pitchFamily="2" charset="2"/>
              <a:buChar char="Ø"/>
            </a:pPr>
            <a:r>
              <a:rPr lang="en-US" altLang="ja-JP" dirty="0">
                <a:solidFill>
                  <a:schemeClr val="accent6"/>
                </a:solidFill>
                <a:latin typeface="Meiryo UI" panose="020B0604030504040204" pitchFamily="50" charset="-128"/>
                <a:ea typeface="Meiryo UI" panose="020B0604030504040204" pitchFamily="50" charset="-128"/>
              </a:rPr>
              <a:t>Inspection sheet</a:t>
            </a:r>
            <a:r>
              <a:rPr lang="ja-JP" altLang="en-US" dirty="0">
                <a:solidFill>
                  <a:schemeClr val="accent6"/>
                </a:solidFill>
                <a:latin typeface="Meiryo UI" panose="020B0604030504040204" pitchFamily="50" charset="-128"/>
                <a:ea typeface="Meiryo UI" panose="020B0604030504040204" pitchFamily="50" charset="-128"/>
              </a:rPr>
              <a:t>、</a:t>
            </a:r>
            <a:r>
              <a:rPr lang="en-US" altLang="ja-JP" dirty="0">
                <a:solidFill>
                  <a:schemeClr val="accent6"/>
                </a:solidFill>
                <a:latin typeface="Meiryo UI" panose="020B0604030504040204" pitchFamily="50" charset="-128"/>
                <a:ea typeface="Meiryo UI" panose="020B0604030504040204" pitchFamily="50" charset="-128"/>
              </a:rPr>
              <a:t>fixed asset ledger </a:t>
            </a:r>
          </a:p>
          <a:p>
            <a:pPr marL="959713" lvl="1" indent="-285750">
              <a:spcAft>
                <a:spcPts val="600"/>
              </a:spcAft>
              <a:buFont typeface="Wingdings" panose="05000000000000000000" pitchFamily="2" charset="2"/>
              <a:buChar char="Ø"/>
            </a:pPr>
            <a:r>
              <a:rPr lang="en-US" altLang="ja-JP" dirty="0">
                <a:solidFill>
                  <a:schemeClr val="accent6"/>
                </a:solidFill>
                <a:latin typeface="Meiryo UI" panose="020B0604030504040204" pitchFamily="50" charset="-128"/>
                <a:ea typeface="Meiryo UI" panose="020B0604030504040204" pitchFamily="50" charset="-128"/>
              </a:rPr>
              <a:t>If there is no fixed asset register, you must provide documentation that provides a comprehensive overview of the fixed assets held by your company (at a minimum, this should include the location of the assets, their acquisition cost, carrying amount at the end of the period, date of acquisition, and depreciation method). The breakdown of fixed assets attached to the corporation tax return may be of some assistance, but please ensure that the accounting figures are accurately reflected.</a:t>
            </a:r>
            <a:endParaRPr lang="ja-JP" altLang="en-US" dirty="0">
              <a:solidFill>
                <a:schemeClr val="accent6"/>
              </a:solidFill>
              <a:latin typeface="Meiryo UI" panose="020B0604030504040204" pitchFamily="50" charset="-128"/>
              <a:ea typeface="Meiryo UI" panose="020B0604030504040204" pitchFamily="50" charset="-128"/>
            </a:endParaRPr>
          </a:p>
          <a:p>
            <a:pPr marL="959713" lvl="1" indent="-285750">
              <a:spcAft>
                <a:spcPts val="600"/>
              </a:spcAft>
              <a:buFont typeface="Wingdings" panose="05000000000000000000" pitchFamily="2" charset="2"/>
              <a:buChar char="Ø"/>
            </a:pPr>
            <a:r>
              <a:rPr lang="en-US" altLang="ja-JP" dirty="0">
                <a:solidFill>
                  <a:schemeClr val="accent6"/>
                </a:solidFill>
                <a:latin typeface="Meiryo UI" panose="020B0604030504040204" pitchFamily="50" charset="-128"/>
                <a:ea typeface="Meiryo UI" panose="020B0604030504040204" pitchFamily="50" charset="-128"/>
              </a:rPr>
              <a:t>Camera: for taking photos Location diagram</a:t>
            </a:r>
            <a:endParaRPr lang="ja-JP" altLang="en-US" dirty="0">
              <a:solidFill>
                <a:schemeClr val="accent6"/>
              </a:solidFill>
              <a:latin typeface="Meiryo UI" panose="020B0604030504040204" pitchFamily="50" charset="-128"/>
              <a:ea typeface="Meiryo UI" panose="020B0604030504040204" pitchFamily="50" charset="-128"/>
            </a:endParaRPr>
          </a:p>
          <a:p>
            <a:pPr marL="959713" lvl="1" indent="-285750">
              <a:spcAft>
                <a:spcPts val="600"/>
              </a:spcAft>
              <a:buFont typeface="Wingdings" panose="05000000000000000000" pitchFamily="2" charset="2"/>
              <a:buChar char="Ø"/>
            </a:pPr>
            <a:r>
              <a:rPr lang="en-US" altLang="ja-JP" dirty="0">
                <a:solidFill>
                  <a:schemeClr val="accent6"/>
                </a:solidFill>
                <a:latin typeface="Meiryo UI" panose="020B0604030504040204" pitchFamily="50" charset="-128"/>
                <a:ea typeface="Meiryo UI" panose="020B0604030504040204" pitchFamily="50" charset="-128"/>
              </a:rPr>
              <a:t>something that shows where the assets </a:t>
            </a:r>
            <a:r>
              <a:rPr lang="en-US" altLang="ja-JP">
                <a:solidFill>
                  <a:schemeClr val="accent6"/>
                </a:solidFill>
                <a:latin typeface="Meiryo UI" panose="020B0604030504040204" pitchFamily="50" charset="-128"/>
                <a:ea typeface="Meiryo UI" panose="020B0604030504040204" pitchFamily="50" charset="-128"/>
              </a:rPr>
              <a:t>are located</a:t>
            </a:r>
            <a:endParaRPr lang="en-US" altLang="ja-JP" dirty="0">
              <a:solidFill>
                <a:schemeClr val="accent6"/>
              </a:solidFill>
              <a:latin typeface="Meiryo UI" panose="020B0604030504040204" pitchFamily="50" charset="-128"/>
              <a:ea typeface="Meiryo UI" panose="020B0604030504040204" pitchFamily="50" charset="-128"/>
            </a:endParaRPr>
          </a:p>
          <a:p>
            <a:pPr marL="570775" indent="-285750">
              <a:spcAft>
                <a:spcPts val="600"/>
              </a:spcAft>
              <a:buFont typeface="Arial" panose="020B0604020202020204" pitchFamily="34" charset="0"/>
              <a:buChar char="•"/>
            </a:pPr>
            <a:r>
              <a:rPr lang="en-US" altLang="ja-JP" dirty="0">
                <a:solidFill>
                  <a:schemeClr val="accent6"/>
                </a:solidFill>
                <a:latin typeface="Meiryo UI" panose="020B0604030504040204" pitchFamily="50" charset="-128"/>
                <a:ea typeface="Meiryo UI" panose="020B0604030504040204" pitchFamily="50" charset="-128"/>
              </a:rPr>
              <a:t>Transcribe required information from the fixed asset ledger, etc., into the inspection sheet (confirm that the amounts in the fixed asset ledger agree with the trial balance).</a:t>
            </a:r>
          </a:p>
        </p:txBody>
      </p:sp>
      <p:sp>
        <p:nvSpPr>
          <p:cNvPr id="7" name="正方形/長方形 6">
            <a:extLst>
              <a:ext uri="{FF2B5EF4-FFF2-40B4-BE49-F238E27FC236}">
                <a16:creationId xmlns:a16="http://schemas.microsoft.com/office/drawing/2014/main" id="{93FDF582-1AC9-3946-A41E-28FF0A7145C7}"/>
              </a:ext>
            </a:extLst>
          </p:cNvPr>
          <p:cNvSpPr/>
          <p:nvPr/>
        </p:nvSpPr>
        <p:spPr>
          <a:xfrm>
            <a:off x="704852" y="5667513"/>
            <a:ext cx="8844997" cy="859619"/>
          </a:xfrm>
          <a:prstGeom prst="rect">
            <a:avLst/>
          </a:prstGeom>
          <a:solidFill>
            <a:schemeClr val="accent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70775" indent="-285750">
              <a:spcAft>
                <a:spcPts val="600"/>
              </a:spcAft>
              <a:buFont typeface="Arial" panose="020B0604020202020204" pitchFamily="34" charset="0"/>
              <a:buChar char="•"/>
            </a:pPr>
            <a:r>
              <a:rPr lang="en-US" altLang="ja-JP" b="1" u="sng">
                <a:solidFill>
                  <a:schemeClr val="accent6"/>
                </a:solidFill>
                <a:latin typeface="Meiryo UI" panose="020B0604030504040204" pitchFamily="50" charset="-128"/>
                <a:ea typeface="Meiryo UI" panose="020B0604030504040204" pitchFamily="50" charset="-128"/>
              </a:rPr>
              <a:t>If the physical inspection is performed after 3/31, and there are tangible fixed assets acquired or disposed of/sold in the period from 2026/3/31 to the inspection date, perform reconciliation with the supporting evidence for such acquisitions, etc. (= roll-back).</a:t>
            </a:r>
          </a:p>
        </p:txBody>
      </p:sp>
      <p:sp>
        <p:nvSpPr>
          <p:cNvPr id="11" name="矢印: 五方向 10">
            <a:extLst>
              <a:ext uri="{FF2B5EF4-FFF2-40B4-BE49-F238E27FC236}">
                <a16:creationId xmlns:a16="http://schemas.microsoft.com/office/drawing/2014/main" id="{D8F83280-BB2C-89AD-251E-AB05D77121A9}"/>
              </a:ext>
            </a:extLst>
          </p:cNvPr>
          <p:cNvSpPr/>
          <p:nvPr/>
        </p:nvSpPr>
        <p:spPr>
          <a:xfrm>
            <a:off x="5996238" y="2842203"/>
            <a:ext cx="3294821" cy="257222"/>
          </a:xfrm>
          <a:prstGeom prst="homePlate">
            <a:avLst/>
          </a:prstGeom>
          <a:solidFill>
            <a:schemeClr val="bg1">
              <a:lumMod val="8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chemeClr val="tx1"/>
                </a:solidFill>
                <a:latin typeface="Meiryo UI" panose="020B0604030504040204" pitchFamily="50" charset="-128"/>
                <a:ea typeface="Meiryo UI" panose="020B0604030504040204" pitchFamily="50" charset="-128"/>
              </a:rPr>
              <a:t>The image of the inspection sheet : </a:t>
            </a:r>
            <a:r>
              <a:rPr kumimoji="1" lang="en-US" altLang="ja-JP">
                <a:solidFill>
                  <a:srgbClr val="FF0000"/>
                </a:solidFill>
                <a:latin typeface="Meiryo UI" panose="020B0604030504040204" pitchFamily="50" charset="-128"/>
                <a:ea typeface="Meiryo UI" panose="020B0604030504040204" pitchFamily="50" charset="-128"/>
              </a:rPr>
              <a:t>P15</a:t>
            </a:r>
            <a:endParaRPr kumimoji="1" lang="ja-JP" altLang="en-US">
              <a:solidFill>
                <a:srgbClr val="FF0000"/>
              </a:solidFill>
              <a:latin typeface="Meiryo UI" panose="020B0604030504040204" pitchFamily="50" charset="-128"/>
              <a:ea typeface="Meiryo UI" panose="020B0604030504040204" pitchFamily="50" charset="-128"/>
            </a:endParaRPr>
          </a:p>
        </p:txBody>
      </p:sp>
      <p:pic>
        <p:nvPicPr>
          <p:cNvPr id="6" name="図 5">
            <a:extLst>
              <a:ext uri="{FF2B5EF4-FFF2-40B4-BE49-F238E27FC236}">
                <a16:creationId xmlns:a16="http://schemas.microsoft.com/office/drawing/2014/main" id="{C6CD277C-D5FF-57E8-F9BF-94E4FC662F02}"/>
              </a:ext>
            </a:extLst>
          </p:cNvPr>
          <p:cNvPicPr>
            <a:picLocks noChangeAspect="1"/>
          </p:cNvPicPr>
          <p:nvPr/>
        </p:nvPicPr>
        <p:blipFill>
          <a:blip r:embed="rId3"/>
          <a:stretch>
            <a:fillRect/>
          </a:stretch>
        </p:blipFill>
        <p:spPr>
          <a:xfrm>
            <a:off x="3179465" y="1998544"/>
            <a:ext cx="4906060" cy="676369"/>
          </a:xfrm>
          <a:prstGeom prst="rect">
            <a:avLst/>
          </a:prstGeom>
        </p:spPr>
      </p:pic>
      <p:sp>
        <p:nvSpPr>
          <p:cNvPr id="8" name="四角形: 角を丸くする 7">
            <a:extLst>
              <a:ext uri="{FF2B5EF4-FFF2-40B4-BE49-F238E27FC236}">
                <a16:creationId xmlns:a16="http://schemas.microsoft.com/office/drawing/2014/main" id="{132FE567-56E4-C27E-8364-3A0A8CEA2470}"/>
              </a:ext>
            </a:extLst>
          </p:cNvPr>
          <p:cNvSpPr/>
          <p:nvPr/>
        </p:nvSpPr>
        <p:spPr>
          <a:xfrm>
            <a:off x="6410654" y="2012485"/>
            <a:ext cx="1674872" cy="676369"/>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2606400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D99B4-C4BB-FF46-3ED2-12FA2D5D60E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91D4351-E730-338E-B89D-FDD7CDCBCDD0}"/>
              </a:ext>
            </a:extLst>
          </p:cNvPr>
          <p:cNvSpPr txBox="1">
            <a:spLocks/>
          </p:cNvSpPr>
          <p:nvPr/>
        </p:nvSpPr>
        <p:spPr>
          <a:xfrm>
            <a:off x="163350" y="95256"/>
            <a:ext cx="6581229" cy="460263"/>
          </a:xfrm>
          <a:prstGeom prst="rect">
            <a:avLst/>
          </a:prstGeom>
        </p:spPr>
        <p:txBody>
          <a:bodyPr/>
          <a:lstStyle>
            <a:lvl1pPr algn="ctr" rtl="0" eaLnBrk="0" fontAlgn="base" hangingPunct="0">
              <a:spcBef>
                <a:spcPct val="0"/>
              </a:spcBef>
              <a:spcAft>
                <a:spcPct val="0"/>
              </a:spcAft>
              <a:defRPr kumimoji="1" lang="ja-JP" altLang="en-US" sz="2000" b="0" kern="1200" smtClean="0">
                <a:solidFill>
                  <a:schemeClr val="accent2"/>
                </a:solidFill>
                <a:latin typeface="Meiryo UI" pitchFamily="50" charset="-128"/>
                <a:ea typeface="Meiryo UI" pitchFamily="50" charset="-128"/>
                <a:cs typeface="Meiryo UI" pitchFamily="50" charset="-128"/>
              </a:defRPr>
            </a:lvl1pPr>
            <a:lvl2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2pPr>
            <a:lvl3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3pPr>
            <a:lvl4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4pPr>
            <a:lvl5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5pPr>
            <a:lvl6pPr marL="389626" algn="ctr" rtl="0" fontAlgn="base">
              <a:spcBef>
                <a:spcPct val="0"/>
              </a:spcBef>
              <a:spcAft>
                <a:spcPct val="0"/>
              </a:spcAft>
              <a:defRPr sz="1700">
                <a:solidFill>
                  <a:schemeClr val="tx1"/>
                </a:solidFill>
                <a:latin typeface="HGPｺﾞｼｯｸE" pitchFamily="50" charset="-128"/>
                <a:ea typeface="HGPｺﾞｼｯｸE" pitchFamily="50" charset="-128"/>
              </a:defRPr>
            </a:lvl6pPr>
            <a:lvl7pPr marL="779252" algn="ctr" rtl="0" fontAlgn="base">
              <a:spcBef>
                <a:spcPct val="0"/>
              </a:spcBef>
              <a:spcAft>
                <a:spcPct val="0"/>
              </a:spcAft>
              <a:defRPr sz="1700">
                <a:solidFill>
                  <a:schemeClr val="tx1"/>
                </a:solidFill>
                <a:latin typeface="HGPｺﾞｼｯｸE" pitchFamily="50" charset="-128"/>
                <a:ea typeface="HGPｺﾞｼｯｸE" pitchFamily="50" charset="-128"/>
              </a:defRPr>
            </a:lvl7pPr>
            <a:lvl8pPr marL="1168878" algn="ctr" rtl="0" fontAlgn="base">
              <a:spcBef>
                <a:spcPct val="0"/>
              </a:spcBef>
              <a:spcAft>
                <a:spcPct val="0"/>
              </a:spcAft>
              <a:defRPr sz="1700">
                <a:solidFill>
                  <a:schemeClr val="tx1"/>
                </a:solidFill>
                <a:latin typeface="HGPｺﾞｼｯｸE" pitchFamily="50" charset="-128"/>
                <a:ea typeface="HGPｺﾞｼｯｸE" pitchFamily="50" charset="-128"/>
              </a:defRPr>
            </a:lvl8pPr>
            <a:lvl9pPr marL="1558503" algn="ctr" rtl="0" fontAlgn="base">
              <a:spcBef>
                <a:spcPct val="0"/>
              </a:spcBef>
              <a:spcAft>
                <a:spcPct val="0"/>
              </a:spcAft>
              <a:defRPr sz="1700">
                <a:solidFill>
                  <a:schemeClr val="tx1"/>
                </a:solidFill>
                <a:latin typeface="HGPｺﾞｼｯｸE" pitchFamily="50" charset="-128"/>
                <a:ea typeface="HGPｺﾞｼｯｸE" pitchFamily="50" charset="-128"/>
              </a:defRPr>
            </a:lvl9pPr>
          </a:lstStyle>
          <a:p>
            <a:pPr algn="l"/>
            <a:r>
              <a:rPr lang="ja-JP" altLang="en-US" sz="2275" b="1"/>
              <a:t>４．</a:t>
            </a:r>
            <a:r>
              <a:rPr lang="ja-JP" altLang="en-US" sz="2400" b="1" noProof="1"/>
              <a:t> Points to keep in mind </a:t>
            </a:r>
            <a:r>
              <a:rPr lang="ja-JP" altLang="en-US" sz="2275" b="1"/>
              <a:t>（</a:t>
            </a:r>
            <a:r>
              <a:rPr lang="en-US" altLang="ja-JP" sz="2275" b="1"/>
              <a:t>2/4</a:t>
            </a:r>
            <a:r>
              <a:rPr lang="ja-JP" altLang="en-US" sz="2275" b="1"/>
              <a:t>）</a:t>
            </a:r>
          </a:p>
        </p:txBody>
      </p:sp>
      <p:sp>
        <p:nvSpPr>
          <p:cNvPr id="4" name="テキスト ボックス 3">
            <a:extLst>
              <a:ext uri="{FF2B5EF4-FFF2-40B4-BE49-F238E27FC236}">
                <a16:creationId xmlns:a16="http://schemas.microsoft.com/office/drawing/2014/main" id="{BBAB8E55-F5D6-8260-E2B8-E7A243CCC1B3}"/>
              </a:ext>
            </a:extLst>
          </p:cNvPr>
          <p:cNvSpPr txBox="1"/>
          <p:nvPr/>
        </p:nvSpPr>
        <p:spPr>
          <a:xfrm>
            <a:off x="356152" y="749990"/>
            <a:ext cx="9193696" cy="5141012"/>
          </a:xfrm>
          <a:prstGeom prst="rect">
            <a:avLst/>
          </a:prstGeom>
          <a:noFill/>
        </p:spPr>
        <p:txBody>
          <a:bodyPr wrap="square" lIns="36000" rIns="36000" rtlCol="0">
            <a:noAutofit/>
          </a:bodyPr>
          <a:lstStyle/>
          <a:p>
            <a:pPr marL="285750" indent="-285750">
              <a:buFont typeface="Wingdings" panose="05000000000000000000" pitchFamily="2" charset="2"/>
              <a:buChar char="l"/>
            </a:pPr>
            <a:r>
              <a:rPr lang="en-US" altLang="ja-JP" sz="2200" b="1">
                <a:solidFill>
                  <a:schemeClr val="accent6"/>
                </a:solidFill>
                <a:latin typeface="Meiryo UI" panose="020B0604030504040204" pitchFamily="50" charset="-128"/>
                <a:ea typeface="Meiryo UI" panose="020B0604030504040204" pitchFamily="50" charset="-128"/>
                <a:cs typeface="Meiryo UI" panose="020B0604030504040204" pitchFamily="50" charset="-128"/>
              </a:rPr>
              <a:t>During inspection</a:t>
            </a:r>
          </a:p>
          <a:p>
            <a:pPr marL="570775" indent="-285750">
              <a:spcAft>
                <a:spcPts val="600"/>
              </a:spcAft>
              <a:buFont typeface="Arial" panose="020B0604020202020204" pitchFamily="34" charset="0"/>
              <a:buChar char="•"/>
            </a:pPr>
            <a:r>
              <a:rPr lang="en-US" altLang="ja-JP" sz="1600">
                <a:solidFill>
                  <a:schemeClr val="accent6"/>
                </a:solidFill>
                <a:latin typeface="Meiryo UI" panose="020B0604030504040204" pitchFamily="50" charset="-128"/>
                <a:ea typeface="Meiryo UI" panose="020B0604030504040204" pitchFamily="50" charset="-128"/>
              </a:rPr>
              <a:t>Form one team with two or more on-site personnel.</a:t>
            </a:r>
          </a:p>
          <a:p>
            <a:pPr marL="570775" indent="-285750">
              <a:spcAft>
                <a:spcPts val="600"/>
              </a:spcAft>
              <a:buFont typeface="Arial" panose="020B0604020202020204" pitchFamily="34" charset="0"/>
              <a:buChar char="•"/>
            </a:pPr>
            <a:r>
              <a:rPr lang="en-US" altLang="ja-JP" sz="1600">
                <a:solidFill>
                  <a:schemeClr val="accent6"/>
                </a:solidFill>
                <a:latin typeface="Meiryo UI" panose="020B0604030504040204" pitchFamily="50" charset="-128"/>
                <a:ea typeface="Meiryo UI" panose="020B0604030504040204" pitchFamily="50" charset="-128"/>
              </a:rPr>
              <a:t>For assets in the fixed asset ledger, confirm the presence or absence of the physical asset.</a:t>
            </a:r>
          </a:p>
          <a:p>
            <a:pPr marL="959713" lvl="1" indent="-285750">
              <a:spcAft>
                <a:spcPts val="600"/>
              </a:spcAft>
              <a:buFont typeface="Wingdings" panose="05000000000000000000" pitchFamily="2" charset="2"/>
              <a:buChar char="Ø"/>
            </a:pPr>
            <a:r>
              <a:rPr lang="en-US" altLang="ja-JP" sz="1600">
                <a:solidFill>
                  <a:schemeClr val="accent6"/>
                </a:solidFill>
                <a:latin typeface="Meiryo UI" panose="020B0604030504040204" pitchFamily="50" charset="-128"/>
                <a:ea typeface="Meiryo UI" panose="020B0604030504040204" pitchFamily="50" charset="-128"/>
              </a:rPr>
              <a:t>As evidence of the inspection performed, retain photos (with date and showing the physical asset).</a:t>
            </a:r>
          </a:p>
          <a:p>
            <a:pPr marL="959713" lvl="1" indent="-285750">
              <a:spcAft>
                <a:spcPts val="600"/>
              </a:spcAft>
              <a:buFont typeface="Wingdings" panose="05000000000000000000" pitchFamily="2" charset="2"/>
              <a:buChar char="Ø"/>
            </a:pPr>
            <a:r>
              <a:rPr lang="en-US" altLang="ja-JP" sz="1600">
                <a:solidFill>
                  <a:schemeClr val="accent6"/>
                </a:solidFill>
                <a:latin typeface="Meiryo UI" panose="020B0604030504040204" pitchFamily="50" charset="-128"/>
                <a:ea typeface="Meiryo UI" panose="020B0604030504040204" pitchFamily="50" charset="-128"/>
              </a:rPr>
              <a:t>In the “Transcribed from physical assets” column of the inspection sheet, enter quantity, unit, and condition.</a:t>
            </a:r>
          </a:p>
          <a:p>
            <a:pPr marL="959713" lvl="1" indent="-285750">
              <a:spcAft>
                <a:spcPts val="600"/>
              </a:spcAft>
              <a:buFont typeface="Wingdings" panose="05000000000000000000" pitchFamily="2" charset="2"/>
              <a:buChar char="Ø"/>
            </a:pPr>
            <a:r>
              <a:rPr lang="en-US" altLang="ja-JP" sz="1600">
                <a:solidFill>
                  <a:schemeClr val="accent6"/>
                </a:solidFill>
                <a:latin typeface="Meiryo UI" panose="020B0604030504040204" pitchFamily="50" charset="-128"/>
                <a:ea typeface="Meiryo UI" panose="020B0604030504040204" pitchFamily="50" charset="-128"/>
              </a:rPr>
              <a:t>Confirm the physical condition of the assets, usage status, and whether there are plans for future use.</a:t>
            </a:r>
          </a:p>
          <a:p>
            <a:pPr marL="959713" lvl="1" indent="-285750">
              <a:spcAft>
                <a:spcPts val="600"/>
              </a:spcAft>
              <a:buFont typeface="Wingdings" panose="05000000000000000000" pitchFamily="2" charset="2"/>
              <a:buChar char="Ø"/>
            </a:pPr>
            <a:r>
              <a:rPr lang="en-US" altLang="ja-JP" sz="1600">
                <a:solidFill>
                  <a:schemeClr val="accent6"/>
                </a:solidFill>
                <a:latin typeface="Meiryo UI" panose="020B0604030504040204" pitchFamily="50" charset="-128"/>
                <a:ea typeface="Meiryo UI" panose="020B0604030504040204" pitchFamily="50" charset="-128"/>
              </a:rPr>
              <a:t>As evidence of the inspection performed, retain photos (with date and showing the physical asset).</a:t>
            </a:r>
          </a:p>
          <a:p>
            <a:pPr marL="570775" indent="-285750">
              <a:spcAft>
                <a:spcPts val="600"/>
              </a:spcAft>
              <a:buFont typeface="Arial" panose="020B0604020202020204" pitchFamily="34" charset="0"/>
              <a:buChar char="•"/>
            </a:pPr>
            <a:r>
              <a:rPr lang="en-US" altLang="ja-JP" sz="1600">
                <a:solidFill>
                  <a:schemeClr val="accent6"/>
                </a:solidFill>
                <a:latin typeface="Meiryo UI" panose="020B0604030504040204" pitchFamily="50" charset="-128"/>
                <a:ea typeface="Meiryo UI" panose="020B0604030504040204" pitchFamily="50" charset="-128"/>
              </a:rPr>
              <a:t>Confirm the presence of idle assets and long-outstanding construction in progress. </a:t>
            </a:r>
          </a:p>
          <a:p>
            <a:pPr marL="959713" lvl="1" indent="-285750">
              <a:spcAft>
                <a:spcPts val="600"/>
              </a:spcAft>
              <a:buFont typeface="Wingdings" panose="05000000000000000000" pitchFamily="2" charset="2"/>
              <a:buChar char="Ø"/>
            </a:pPr>
            <a:endParaRPr lang="en-US" altLang="ja-JP" sz="1800">
              <a:solidFill>
                <a:schemeClr val="accent6"/>
              </a:solidFill>
              <a:latin typeface="Meiryo UI" panose="020B0604030504040204" pitchFamily="50" charset="-128"/>
              <a:ea typeface="Meiryo UI" panose="020B0604030504040204" pitchFamily="50" charset="-128"/>
            </a:endParaRPr>
          </a:p>
        </p:txBody>
      </p:sp>
      <p:sp>
        <p:nvSpPr>
          <p:cNvPr id="3" name="矢印: 五方向 2">
            <a:extLst>
              <a:ext uri="{FF2B5EF4-FFF2-40B4-BE49-F238E27FC236}">
                <a16:creationId xmlns:a16="http://schemas.microsoft.com/office/drawing/2014/main" id="{FCA6FC86-22CA-F929-1EF1-A650250AF807}"/>
              </a:ext>
            </a:extLst>
          </p:cNvPr>
          <p:cNvSpPr/>
          <p:nvPr/>
        </p:nvSpPr>
        <p:spPr>
          <a:xfrm>
            <a:off x="5996238" y="1728106"/>
            <a:ext cx="3294821" cy="257222"/>
          </a:xfrm>
          <a:prstGeom prst="homePlate">
            <a:avLst/>
          </a:prstGeom>
          <a:solidFill>
            <a:schemeClr val="bg1">
              <a:lumMod val="8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chemeClr val="tx1"/>
                </a:solidFill>
                <a:latin typeface="Meiryo UI" panose="020B0604030504040204" pitchFamily="50" charset="-128"/>
                <a:ea typeface="Meiryo UI" panose="020B0604030504040204" pitchFamily="50" charset="-128"/>
              </a:rPr>
              <a:t>The image of the inspection sheet : </a:t>
            </a:r>
            <a:r>
              <a:rPr kumimoji="1" lang="en-US" altLang="ja-JP">
                <a:solidFill>
                  <a:srgbClr val="FF0000"/>
                </a:solidFill>
                <a:latin typeface="Meiryo UI" panose="020B0604030504040204" pitchFamily="50" charset="-128"/>
                <a:ea typeface="Meiryo UI" panose="020B0604030504040204" pitchFamily="50" charset="-128"/>
              </a:rPr>
              <a:t>P15</a:t>
            </a:r>
            <a:endParaRPr kumimoji="1" lang="ja-JP" altLang="en-US">
              <a:solidFill>
                <a:srgbClr val="FF0000"/>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0320073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5A8D11-DCA7-2908-A6E5-1439A656E4F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3935783-C2C9-DF56-8B36-A9E8195B1ECD}"/>
              </a:ext>
            </a:extLst>
          </p:cNvPr>
          <p:cNvSpPr txBox="1">
            <a:spLocks/>
          </p:cNvSpPr>
          <p:nvPr/>
        </p:nvSpPr>
        <p:spPr>
          <a:xfrm>
            <a:off x="163350" y="95256"/>
            <a:ext cx="6581229" cy="460263"/>
          </a:xfrm>
          <a:prstGeom prst="rect">
            <a:avLst/>
          </a:prstGeom>
        </p:spPr>
        <p:txBody>
          <a:bodyPr/>
          <a:lstStyle>
            <a:lvl1pPr algn="ctr" rtl="0" eaLnBrk="0" fontAlgn="base" hangingPunct="0">
              <a:spcBef>
                <a:spcPct val="0"/>
              </a:spcBef>
              <a:spcAft>
                <a:spcPct val="0"/>
              </a:spcAft>
              <a:defRPr kumimoji="1" lang="ja-JP" altLang="en-US" sz="2000" b="0" kern="1200" smtClean="0">
                <a:solidFill>
                  <a:schemeClr val="accent2"/>
                </a:solidFill>
                <a:latin typeface="Meiryo UI" pitchFamily="50" charset="-128"/>
                <a:ea typeface="Meiryo UI" pitchFamily="50" charset="-128"/>
                <a:cs typeface="Meiryo UI" pitchFamily="50" charset="-128"/>
              </a:defRPr>
            </a:lvl1pPr>
            <a:lvl2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2pPr>
            <a:lvl3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3pPr>
            <a:lvl4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4pPr>
            <a:lvl5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5pPr>
            <a:lvl6pPr marL="389626" algn="ctr" rtl="0" fontAlgn="base">
              <a:spcBef>
                <a:spcPct val="0"/>
              </a:spcBef>
              <a:spcAft>
                <a:spcPct val="0"/>
              </a:spcAft>
              <a:defRPr sz="1700">
                <a:solidFill>
                  <a:schemeClr val="tx1"/>
                </a:solidFill>
                <a:latin typeface="HGPｺﾞｼｯｸE" pitchFamily="50" charset="-128"/>
                <a:ea typeface="HGPｺﾞｼｯｸE" pitchFamily="50" charset="-128"/>
              </a:defRPr>
            </a:lvl6pPr>
            <a:lvl7pPr marL="779252" algn="ctr" rtl="0" fontAlgn="base">
              <a:spcBef>
                <a:spcPct val="0"/>
              </a:spcBef>
              <a:spcAft>
                <a:spcPct val="0"/>
              </a:spcAft>
              <a:defRPr sz="1700">
                <a:solidFill>
                  <a:schemeClr val="tx1"/>
                </a:solidFill>
                <a:latin typeface="HGPｺﾞｼｯｸE" pitchFamily="50" charset="-128"/>
                <a:ea typeface="HGPｺﾞｼｯｸE" pitchFamily="50" charset="-128"/>
              </a:defRPr>
            </a:lvl7pPr>
            <a:lvl8pPr marL="1168878" algn="ctr" rtl="0" fontAlgn="base">
              <a:spcBef>
                <a:spcPct val="0"/>
              </a:spcBef>
              <a:spcAft>
                <a:spcPct val="0"/>
              </a:spcAft>
              <a:defRPr sz="1700">
                <a:solidFill>
                  <a:schemeClr val="tx1"/>
                </a:solidFill>
                <a:latin typeface="HGPｺﾞｼｯｸE" pitchFamily="50" charset="-128"/>
                <a:ea typeface="HGPｺﾞｼｯｸE" pitchFamily="50" charset="-128"/>
              </a:defRPr>
            </a:lvl8pPr>
            <a:lvl9pPr marL="1558503" algn="ctr" rtl="0" fontAlgn="base">
              <a:spcBef>
                <a:spcPct val="0"/>
              </a:spcBef>
              <a:spcAft>
                <a:spcPct val="0"/>
              </a:spcAft>
              <a:defRPr sz="1700">
                <a:solidFill>
                  <a:schemeClr val="tx1"/>
                </a:solidFill>
                <a:latin typeface="HGPｺﾞｼｯｸE" pitchFamily="50" charset="-128"/>
                <a:ea typeface="HGPｺﾞｼｯｸE" pitchFamily="50" charset="-128"/>
              </a:defRPr>
            </a:lvl9pPr>
          </a:lstStyle>
          <a:p>
            <a:pPr algn="l"/>
            <a:r>
              <a:rPr lang="ja-JP" altLang="en-US" sz="2275" b="1"/>
              <a:t>４．</a:t>
            </a:r>
            <a:r>
              <a:rPr lang="en-US" altLang="ja-JP" sz="2275" b="1"/>
              <a:t>Points to keep in mind </a:t>
            </a:r>
            <a:r>
              <a:rPr lang="ja-JP" altLang="en-US" sz="2275" b="1"/>
              <a:t>（</a:t>
            </a:r>
            <a:r>
              <a:rPr lang="en-US" altLang="ja-JP" sz="2275" b="1"/>
              <a:t>3/4</a:t>
            </a:r>
            <a:r>
              <a:rPr lang="ja-JP" altLang="en-US" sz="2275" b="1"/>
              <a:t>）</a:t>
            </a:r>
          </a:p>
        </p:txBody>
      </p:sp>
      <p:sp>
        <p:nvSpPr>
          <p:cNvPr id="4" name="テキスト ボックス 3">
            <a:extLst>
              <a:ext uri="{FF2B5EF4-FFF2-40B4-BE49-F238E27FC236}">
                <a16:creationId xmlns:a16="http://schemas.microsoft.com/office/drawing/2014/main" id="{892B8A69-28B8-9543-1CCB-A3F3E056B60C}"/>
              </a:ext>
            </a:extLst>
          </p:cNvPr>
          <p:cNvSpPr txBox="1"/>
          <p:nvPr/>
        </p:nvSpPr>
        <p:spPr>
          <a:xfrm>
            <a:off x="356152" y="749990"/>
            <a:ext cx="9193696" cy="5141012"/>
          </a:xfrm>
          <a:prstGeom prst="rect">
            <a:avLst/>
          </a:prstGeom>
          <a:noFill/>
        </p:spPr>
        <p:txBody>
          <a:bodyPr wrap="square" lIns="36000" rIns="36000" rtlCol="0">
            <a:noAutofit/>
          </a:bodyPr>
          <a:lstStyle/>
          <a:p>
            <a:pPr marL="570775" indent="-285750">
              <a:spcAft>
                <a:spcPts val="600"/>
              </a:spcAft>
              <a:buFont typeface="Wingdings" panose="05000000000000000000" pitchFamily="2" charset="2"/>
              <a:buChar char="Ø"/>
            </a:pPr>
            <a:r>
              <a:rPr lang="en-US" altLang="ja-JP" sz="1600">
                <a:solidFill>
                  <a:schemeClr val="accent6"/>
                </a:solidFill>
                <a:latin typeface="Meiryo UI" panose="020B0604030504040204" pitchFamily="50" charset="-128"/>
                <a:ea typeface="Meiryo UI" panose="020B0604030504040204" pitchFamily="50" charset="-128"/>
              </a:rPr>
              <a:t>In principle, a physical count must be carried out; however, in the following cases, it is permissible to use methods other than a physical count. Please note, however, that even in such cases, the reason and details of the alternative procedure must be recorded in the ‘Remarks’ section of the inspection sheet.</a:t>
            </a:r>
          </a:p>
          <a:p>
            <a:pPr marL="570775" indent="-285750">
              <a:spcAft>
                <a:spcPts val="600"/>
              </a:spcAft>
              <a:buFont typeface="Wingdings" panose="05000000000000000000" pitchFamily="2" charset="2"/>
              <a:buChar char="Ø"/>
            </a:pPr>
            <a:endParaRPr lang="en-US" altLang="ja-JP" sz="1600">
              <a:solidFill>
                <a:schemeClr val="accent6"/>
              </a:solidFill>
              <a:latin typeface="Meiryo UI" panose="020B0604030504040204" pitchFamily="50" charset="-128"/>
              <a:ea typeface="Meiryo UI" panose="020B0604030504040204" pitchFamily="50" charset="-128"/>
            </a:endParaRPr>
          </a:p>
          <a:p>
            <a:pPr marL="570775" indent="-285750">
              <a:spcAft>
                <a:spcPts val="600"/>
              </a:spcAft>
              <a:buFont typeface="Wingdings" panose="05000000000000000000" pitchFamily="2" charset="2"/>
              <a:buChar char="Ø"/>
            </a:pPr>
            <a:endParaRPr lang="en-US" altLang="ja-JP" sz="1600">
              <a:solidFill>
                <a:schemeClr val="accent6"/>
              </a:solidFill>
              <a:latin typeface="Meiryo UI" panose="020B0604030504040204" pitchFamily="50" charset="-128"/>
              <a:ea typeface="Meiryo UI" panose="020B0604030504040204" pitchFamily="50" charset="-128"/>
            </a:endParaRPr>
          </a:p>
          <a:p>
            <a:pPr marL="570775" indent="-285750">
              <a:spcAft>
                <a:spcPts val="600"/>
              </a:spcAft>
              <a:buFont typeface="Wingdings" panose="05000000000000000000" pitchFamily="2" charset="2"/>
              <a:buChar char="Ø"/>
            </a:pPr>
            <a:endParaRPr lang="en-US" altLang="ja-JP" sz="1600">
              <a:solidFill>
                <a:schemeClr val="accent6"/>
              </a:solidFill>
              <a:latin typeface="Meiryo UI" panose="020B0604030504040204" pitchFamily="50" charset="-128"/>
              <a:ea typeface="Meiryo UI" panose="020B0604030504040204" pitchFamily="50" charset="-128"/>
            </a:endParaRPr>
          </a:p>
          <a:p>
            <a:pPr marL="959713" lvl="1" indent="-285750">
              <a:spcAft>
                <a:spcPts val="600"/>
              </a:spcAft>
              <a:buFont typeface="Wingdings" panose="05000000000000000000" pitchFamily="2" charset="2"/>
              <a:buChar char="ü"/>
            </a:pPr>
            <a:r>
              <a:rPr lang="en-US" altLang="ja-JP" sz="1600">
                <a:solidFill>
                  <a:schemeClr val="accent6"/>
                </a:solidFill>
                <a:latin typeface="Meiryo UI" panose="020B0604030504040204" pitchFamily="50" charset="-128"/>
                <a:ea typeface="Meiryo UI" panose="020B0604030504040204" pitchFamily="50" charset="-128"/>
              </a:rPr>
              <a:t>For buildings or land, where existence is evident from the real estate registry, etc., reconcile to the registry, etc.</a:t>
            </a:r>
          </a:p>
          <a:p>
            <a:pPr marL="959713" lvl="1" indent="-285750">
              <a:spcAft>
                <a:spcPts val="600"/>
              </a:spcAft>
              <a:buFont typeface="Wingdings" panose="05000000000000000000" pitchFamily="2" charset="2"/>
              <a:buChar char="ü"/>
            </a:pPr>
            <a:r>
              <a:rPr lang="en-US" altLang="ja-JP" sz="1600">
                <a:solidFill>
                  <a:schemeClr val="accent6"/>
                </a:solidFill>
                <a:latin typeface="Meiryo UI" panose="020B0604030504040204" pitchFamily="50" charset="-128"/>
                <a:ea typeface="Meiryo UI" panose="020B0604030504040204" pitchFamily="50" charset="-128"/>
              </a:rPr>
              <a:t>For leased assets such as company housing and vehicles, reconcile to the lease agreement.</a:t>
            </a:r>
          </a:p>
          <a:p>
            <a:pPr marL="959713" lvl="1" indent="-285750">
              <a:spcAft>
                <a:spcPts val="600"/>
              </a:spcAft>
              <a:buFont typeface="Wingdings" panose="05000000000000000000" pitchFamily="2" charset="2"/>
              <a:buChar char="ü"/>
            </a:pPr>
            <a:r>
              <a:rPr lang="en-US" altLang="ja-JP" sz="1600">
                <a:solidFill>
                  <a:schemeClr val="accent6"/>
                </a:solidFill>
                <a:latin typeface="Meiryo UI" panose="020B0604030504040204" pitchFamily="50" charset="-128"/>
                <a:ea typeface="Meiryo UI" panose="020B0604030504040204" pitchFamily="50" charset="-128"/>
              </a:rPr>
              <a:t>For assets loaned to individuals and difficult to physically count because they cannot be brought onto the premises, reconcile to the lending agreements.</a:t>
            </a:r>
          </a:p>
          <a:p>
            <a:pPr marL="959713" lvl="1" indent="-285750">
              <a:spcAft>
                <a:spcPts val="600"/>
              </a:spcAft>
              <a:buFont typeface="Wingdings" panose="05000000000000000000" pitchFamily="2" charset="2"/>
              <a:buChar char="ü"/>
            </a:pPr>
            <a:r>
              <a:rPr lang="en-US" altLang="ja-JP" sz="1600">
                <a:solidFill>
                  <a:schemeClr val="accent6"/>
                </a:solidFill>
                <a:latin typeface="Meiryo UI" panose="020B0604030504040204" pitchFamily="50" charset="-128"/>
                <a:ea typeface="Meiryo UI" panose="020B0604030504040204" pitchFamily="50" charset="-128"/>
              </a:rPr>
              <a:t>For assets that are difficult to visually identify due to circumstances such as being embedded in equipment, while individual circumstances must be considered, if the fact of existence can be confirmed by other evidence supporting usage, such documentation may substitute for a physical count. </a:t>
            </a:r>
            <a:br>
              <a:rPr lang="en-US" altLang="ja-JP" sz="1600">
                <a:solidFill>
                  <a:schemeClr val="accent6"/>
                </a:solidFill>
                <a:latin typeface="Meiryo UI" panose="020B0604030504040204" pitchFamily="50" charset="-128"/>
                <a:ea typeface="Meiryo UI" panose="020B0604030504040204" pitchFamily="50" charset="-128"/>
              </a:rPr>
            </a:br>
            <a:r>
              <a:rPr lang="en-US" altLang="ja-JP" sz="1600">
                <a:solidFill>
                  <a:schemeClr val="accent6"/>
                </a:solidFill>
                <a:latin typeface="Meiryo UI" panose="020B0604030504040204" pitchFamily="50" charset="-128"/>
                <a:ea typeface="Meiryo UI" panose="020B0604030504040204" pitchFamily="50" charset="-128"/>
              </a:rPr>
              <a:t>(Examples) Annual inspection records; maintenance history; repair history; electricity usage; operating logs; system logs; insurance coverage listing; etc.</a:t>
            </a:r>
            <a:endParaRPr lang="ja-JP" altLang="en-US" sz="1600">
              <a:solidFill>
                <a:schemeClr val="accent6"/>
              </a:solidFill>
              <a:latin typeface="Meiryo UI" panose="020B0604030504040204" pitchFamily="50" charset="-128"/>
              <a:ea typeface="Meiryo UI" panose="020B0604030504040204" pitchFamily="50" charset="-128"/>
            </a:endParaRPr>
          </a:p>
        </p:txBody>
      </p:sp>
      <p:pic>
        <p:nvPicPr>
          <p:cNvPr id="3" name="図 2">
            <a:extLst>
              <a:ext uri="{FF2B5EF4-FFF2-40B4-BE49-F238E27FC236}">
                <a16:creationId xmlns:a16="http://schemas.microsoft.com/office/drawing/2014/main" id="{6D697EE4-D715-7178-6E5B-0CA7F87E9E52}"/>
              </a:ext>
            </a:extLst>
          </p:cNvPr>
          <p:cNvPicPr>
            <a:picLocks noChangeAspect="1"/>
          </p:cNvPicPr>
          <p:nvPr/>
        </p:nvPicPr>
        <p:blipFill>
          <a:blip r:embed="rId3"/>
          <a:stretch>
            <a:fillRect/>
          </a:stretch>
        </p:blipFill>
        <p:spPr>
          <a:xfrm>
            <a:off x="3179465" y="1998544"/>
            <a:ext cx="4906060" cy="676369"/>
          </a:xfrm>
          <a:prstGeom prst="rect">
            <a:avLst/>
          </a:prstGeom>
        </p:spPr>
      </p:pic>
      <p:sp>
        <p:nvSpPr>
          <p:cNvPr id="5" name="四角形: 角を丸くする 4">
            <a:extLst>
              <a:ext uri="{FF2B5EF4-FFF2-40B4-BE49-F238E27FC236}">
                <a16:creationId xmlns:a16="http://schemas.microsoft.com/office/drawing/2014/main" id="{78A5CC27-C73F-82B9-A51C-FC8ADB627B2F}"/>
              </a:ext>
            </a:extLst>
          </p:cNvPr>
          <p:cNvSpPr/>
          <p:nvPr/>
        </p:nvSpPr>
        <p:spPr>
          <a:xfrm>
            <a:off x="6410654" y="2012485"/>
            <a:ext cx="1674872" cy="676369"/>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0028711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6FC1B-641A-1B51-A3BC-9BC2003B781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00661E7-2D8A-9463-5FD8-B1CCC0D6B821}"/>
              </a:ext>
            </a:extLst>
          </p:cNvPr>
          <p:cNvSpPr txBox="1">
            <a:spLocks/>
          </p:cNvSpPr>
          <p:nvPr/>
        </p:nvSpPr>
        <p:spPr>
          <a:xfrm>
            <a:off x="163350" y="95256"/>
            <a:ext cx="6581229" cy="460263"/>
          </a:xfrm>
          <a:prstGeom prst="rect">
            <a:avLst/>
          </a:prstGeom>
        </p:spPr>
        <p:txBody>
          <a:bodyPr/>
          <a:lstStyle>
            <a:lvl1pPr algn="ctr" rtl="0" eaLnBrk="0" fontAlgn="base" hangingPunct="0">
              <a:spcBef>
                <a:spcPct val="0"/>
              </a:spcBef>
              <a:spcAft>
                <a:spcPct val="0"/>
              </a:spcAft>
              <a:defRPr kumimoji="1" lang="ja-JP" altLang="en-US" sz="2000" b="0" kern="1200" smtClean="0">
                <a:solidFill>
                  <a:schemeClr val="accent2"/>
                </a:solidFill>
                <a:latin typeface="Meiryo UI" pitchFamily="50" charset="-128"/>
                <a:ea typeface="Meiryo UI" pitchFamily="50" charset="-128"/>
                <a:cs typeface="Meiryo UI" pitchFamily="50" charset="-128"/>
              </a:defRPr>
            </a:lvl1pPr>
            <a:lvl2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2pPr>
            <a:lvl3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3pPr>
            <a:lvl4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4pPr>
            <a:lvl5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5pPr>
            <a:lvl6pPr marL="389626" algn="ctr" rtl="0" fontAlgn="base">
              <a:spcBef>
                <a:spcPct val="0"/>
              </a:spcBef>
              <a:spcAft>
                <a:spcPct val="0"/>
              </a:spcAft>
              <a:defRPr sz="1700">
                <a:solidFill>
                  <a:schemeClr val="tx1"/>
                </a:solidFill>
                <a:latin typeface="HGPｺﾞｼｯｸE" pitchFamily="50" charset="-128"/>
                <a:ea typeface="HGPｺﾞｼｯｸE" pitchFamily="50" charset="-128"/>
              </a:defRPr>
            </a:lvl6pPr>
            <a:lvl7pPr marL="779252" algn="ctr" rtl="0" fontAlgn="base">
              <a:spcBef>
                <a:spcPct val="0"/>
              </a:spcBef>
              <a:spcAft>
                <a:spcPct val="0"/>
              </a:spcAft>
              <a:defRPr sz="1700">
                <a:solidFill>
                  <a:schemeClr val="tx1"/>
                </a:solidFill>
                <a:latin typeface="HGPｺﾞｼｯｸE" pitchFamily="50" charset="-128"/>
                <a:ea typeface="HGPｺﾞｼｯｸE" pitchFamily="50" charset="-128"/>
              </a:defRPr>
            </a:lvl7pPr>
            <a:lvl8pPr marL="1168878" algn="ctr" rtl="0" fontAlgn="base">
              <a:spcBef>
                <a:spcPct val="0"/>
              </a:spcBef>
              <a:spcAft>
                <a:spcPct val="0"/>
              </a:spcAft>
              <a:defRPr sz="1700">
                <a:solidFill>
                  <a:schemeClr val="tx1"/>
                </a:solidFill>
                <a:latin typeface="HGPｺﾞｼｯｸE" pitchFamily="50" charset="-128"/>
                <a:ea typeface="HGPｺﾞｼｯｸE" pitchFamily="50" charset="-128"/>
              </a:defRPr>
            </a:lvl8pPr>
            <a:lvl9pPr marL="1558503" algn="ctr" rtl="0" fontAlgn="base">
              <a:spcBef>
                <a:spcPct val="0"/>
              </a:spcBef>
              <a:spcAft>
                <a:spcPct val="0"/>
              </a:spcAft>
              <a:defRPr sz="1700">
                <a:solidFill>
                  <a:schemeClr val="tx1"/>
                </a:solidFill>
                <a:latin typeface="HGPｺﾞｼｯｸE" pitchFamily="50" charset="-128"/>
                <a:ea typeface="HGPｺﾞｼｯｸE" pitchFamily="50" charset="-128"/>
              </a:defRPr>
            </a:lvl9pPr>
          </a:lstStyle>
          <a:p>
            <a:pPr algn="l"/>
            <a:r>
              <a:rPr lang="ja-JP" altLang="en-US" sz="2275" b="1"/>
              <a:t>４．</a:t>
            </a:r>
            <a:r>
              <a:rPr lang="en-US" altLang="ja-JP" sz="2275" b="1"/>
              <a:t> Points to keep in mind </a:t>
            </a:r>
            <a:r>
              <a:rPr lang="ja-JP" altLang="en-US" sz="2275" b="1"/>
              <a:t>（</a:t>
            </a:r>
            <a:r>
              <a:rPr lang="en-US" altLang="ja-JP" sz="2275" b="1"/>
              <a:t>4/4</a:t>
            </a:r>
            <a:r>
              <a:rPr lang="ja-JP" altLang="en-US" sz="2275" b="1"/>
              <a:t>）</a:t>
            </a:r>
          </a:p>
        </p:txBody>
      </p:sp>
      <p:sp>
        <p:nvSpPr>
          <p:cNvPr id="4" name="テキスト ボックス 3">
            <a:extLst>
              <a:ext uri="{FF2B5EF4-FFF2-40B4-BE49-F238E27FC236}">
                <a16:creationId xmlns:a16="http://schemas.microsoft.com/office/drawing/2014/main" id="{C78F7E87-5BC8-BD02-E09E-D908AF64CFC4}"/>
              </a:ext>
            </a:extLst>
          </p:cNvPr>
          <p:cNvSpPr txBox="1"/>
          <p:nvPr/>
        </p:nvSpPr>
        <p:spPr>
          <a:xfrm>
            <a:off x="356152" y="730940"/>
            <a:ext cx="9193696" cy="3828472"/>
          </a:xfrm>
          <a:prstGeom prst="rect">
            <a:avLst/>
          </a:prstGeom>
          <a:noFill/>
        </p:spPr>
        <p:txBody>
          <a:bodyPr wrap="square" lIns="36000" rIns="36000" rtlCol="0">
            <a:noAutofit/>
          </a:bodyPr>
          <a:lstStyle/>
          <a:p>
            <a:pPr marL="285750" indent="-285750">
              <a:buFont typeface="Wingdings" panose="05000000000000000000" pitchFamily="2" charset="2"/>
              <a:buChar char="l"/>
            </a:pPr>
            <a:r>
              <a:rPr lang="en-US" altLang="ja-JP" sz="2200" b="1">
                <a:solidFill>
                  <a:schemeClr val="accent6"/>
                </a:solidFill>
                <a:latin typeface="Meiryo UI" panose="020B0604030504040204" pitchFamily="50" charset="-128"/>
                <a:ea typeface="Meiryo UI" panose="020B0604030504040204" pitchFamily="50" charset="-128"/>
                <a:cs typeface="Meiryo UI" panose="020B0604030504040204" pitchFamily="50" charset="-128"/>
              </a:rPr>
              <a:t>Post-inspection</a:t>
            </a:r>
          </a:p>
          <a:p>
            <a:pPr marL="570775" indent="-285750">
              <a:spcAft>
                <a:spcPts val="600"/>
              </a:spcAft>
              <a:buFont typeface="Arial" panose="020B0604020202020204" pitchFamily="34" charset="0"/>
              <a:buChar char="•"/>
            </a:pPr>
            <a:r>
              <a:rPr lang="en-US" altLang="ja-JP" sz="1400">
                <a:solidFill>
                  <a:schemeClr val="accent6"/>
                </a:solidFill>
                <a:latin typeface="Meiryo UI" panose="020B0604030504040204" pitchFamily="50" charset="-128"/>
                <a:ea typeface="Meiryo UI" panose="020B0604030504040204" pitchFamily="50" charset="-128"/>
              </a:rPr>
              <a:t>The personnel who performed the inspection shall complete the inspection sheet and submit it to the administrative department staff.</a:t>
            </a:r>
          </a:p>
          <a:p>
            <a:pPr marL="570775" indent="-285750">
              <a:spcAft>
                <a:spcPts val="600"/>
              </a:spcAft>
              <a:buFont typeface="Arial" panose="020B0604020202020204" pitchFamily="34" charset="0"/>
              <a:buChar char="•"/>
            </a:pPr>
            <a:r>
              <a:rPr lang="en-US" altLang="ja-JP" sz="1400">
                <a:solidFill>
                  <a:schemeClr val="accent6"/>
                </a:solidFill>
                <a:latin typeface="Meiryo UI" panose="020B0604030504040204" pitchFamily="50" charset="-128"/>
                <a:ea typeface="Meiryo UI" panose="020B0604030504040204" pitchFamily="50" charset="-128"/>
              </a:rPr>
              <a:t>The administrative department staff shall review (*1) the inspection sheet prepared by the performers and its consistency with the various supporting documents required for preparing the inspection sheet.</a:t>
            </a:r>
          </a:p>
          <a:p>
            <a:pPr marL="570775" indent="-285750">
              <a:spcAft>
                <a:spcPts val="600"/>
              </a:spcAft>
              <a:buFont typeface="Arial" panose="020B0604020202020204" pitchFamily="34" charset="0"/>
              <a:buChar char="•"/>
            </a:pPr>
            <a:r>
              <a:rPr lang="en-US" altLang="ja-JP" sz="1400">
                <a:solidFill>
                  <a:schemeClr val="accent6"/>
                </a:solidFill>
                <a:latin typeface="Meiryo UI" panose="020B0604030504040204" pitchFamily="50" charset="-128"/>
                <a:ea typeface="Meiryo UI" panose="020B0604030504040204" pitchFamily="50" charset="-128"/>
              </a:rPr>
              <a:t>The management of each company shall review the inspection results report.</a:t>
            </a:r>
          </a:p>
          <a:p>
            <a:pPr marL="570775" indent="-285750">
              <a:spcAft>
                <a:spcPts val="600"/>
              </a:spcAft>
              <a:buFont typeface="Arial" panose="020B0604020202020204" pitchFamily="34" charset="0"/>
              <a:buChar char="•"/>
            </a:pPr>
            <a:r>
              <a:rPr lang="en-US" altLang="ja-JP" sz="1400">
                <a:solidFill>
                  <a:schemeClr val="accent6"/>
                </a:solidFill>
                <a:latin typeface="Meiryo UI" panose="020B0604030504040204" pitchFamily="50" charset="-128"/>
                <a:ea typeface="Meiryo UI" panose="020B0604030504040204" pitchFamily="50" charset="-128"/>
              </a:rPr>
              <a:t>After the management of each company/site has reviewed it, promptly submit the “Inspection Results Report” to the AW Administrative Office</a:t>
            </a:r>
          </a:p>
          <a:p>
            <a:pPr marL="285025">
              <a:spcAft>
                <a:spcPts val="600"/>
              </a:spcAft>
            </a:pPr>
            <a:endParaRPr lang="en-US" altLang="ja-JP" sz="1400">
              <a:solidFill>
                <a:schemeClr val="accent6"/>
              </a:solidFill>
              <a:latin typeface="Meiryo UI" panose="020B0604030504040204" pitchFamily="50" charset="-128"/>
              <a:ea typeface="Meiryo UI" panose="020B0604030504040204" pitchFamily="50" charset="-128"/>
            </a:endParaRPr>
          </a:p>
          <a:p>
            <a:pPr marL="570775" indent="-285750">
              <a:spcAft>
                <a:spcPts val="600"/>
              </a:spcAft>
              <a:buFont typeface="Arial" panose="020B0604020202020204" pitchFamily="34" charset="0"/>
              <a:buChar char="•"/>
            </a:pPr>
            <a:endParaRPr lang="en-US" altLang="ja-JP" sz="1400">
              <a:solidFill>
                <a:schemeClr val="accent6"/>
              </a:solidFill>
              <a:latin typeface="Meiryo UI" panose="020B0604030504040204" pitchFamily="50" charset="-128"/>
              <a:ea typeface="Meiryo UI" panose="020B0604030504040204" pitchFamily="50" charset="-128"/>
            </a:endParaRPr>
          </a:p>
          <a:p>
            <a:pPr marL="570775" indent="-285750">
              <a:spcAft>
                <a:spcPts val="600"/>
              </a:spcAft>
              <a:buFont typeface="Arial" panose="020B0604020202020204" pitchFamily="34" charset="0"/>
              <a:buChar char="•"/>
            </a:pPr>
            <a:endParaRPr lang="en-US" altLang="ja-JP" sz="1400">
              <a:solidFill>
                <a:schemeClr val="accent6"/>
              </a:solidFill>
              <a:latin typeface="Meiryo UI" panose="020B0604030504040204" pitchFamily="50" charset="-128"/>
              <a:ea typeface="Meiryo UI" panose="020B0604030504040204" pitchFamily="50" charset="-128"/>
            </a:endParaRPr>
          </a:p>
          <a:p>
            <a:pPr marL="285025">
              <a:spcAft>
                <a:spcPts val="600"/>
              </a:spcAft>
            </a:pPr>
            <a:endParaRPr lang="en-US" altLang="ja-JP" sz="1400">
              <a:solidFill>
                <a:schemeClr val="accent6"/>
              </a:solidFill>
              <a:latin typeface="Meiryo UI" panose="020B0604030504040204" pitchFamily="50" charset="-128"/>
              <a:ea typeface="Meiryo UI" panose="020B0604030504040204" pitchFamily="50" charset="-128"/>
            </a:endParaRPr>
          </a:p>
          <a:p>
            <a:pPr marL="570775" indent="-285750">
              <a:spcAft>
                <a:spcPts val="600"/>
              </a:spcAft>
              <a:buFont typeface="Arial" panose="020B0604020202020204" pitchFamily="34" charset="0"/>
              <a:buChar char="•"/>
            </a:pPr>
            <a:r>
              <a:rPr lang="en-US" altLang="ja-JP" sz="1400">
                <a:solidFill>
                  <a:schemeClr val="accent6"/>
                </a:solidFill>
                <a:latin typeface="Meiryo UI" panose="020B0604030504040204" pitchFamily="50" charset="-128"/>
                <a:ea typeface="Meiryo UI" panose="020B0604030504040204" pitchFamily="50" charset="-128"/>
              </a:rPr>
              <a:t>If, as a result of the inspection, there are assets with unknown whereabouts, idle assets, assets omitted from derecognition, or inconsistencies in ledger information, confirm the cause and, based on the internal approval form, proceed with the derecognition, etc., process.</a:t>
            </a:r>
            <a:endParaRPr lang="ja-JP" altLang="en-US" sz="1400">
              <a:solidFill>
                <a:schemeClr val="accent6"/>
              </a:solidFill>
              <a:latin typeface="Meiryo UI" panose="020B0604030504040204" pitchFamily="50" charset="-128"/>
              <a:ea typeface="Meiryo UI" panose="020B0604030504040204" pitchFamily="50" charset="-128"/>
            </a:endParaRPr>
          </a:p>
          <a:p>
            <a:pPr marL="959713" lvl="1" indent="-285750">
              <a:spcAft>
                <a:spcPts val="600"/>
              </a:spcAft>
              <a:buFont typeface="Wingdings" panose="05000000000000000000" pitchFamily="2" charset="2"/>
              <a:buChar char="Ø"/>
            </a:pPr>
            <a:r>
              <a:rPr lang="en-US" altLang="ja-JP" sz="1400">
                <a:solidFill>
                  <a:schemeClr val="accent6"/>
                </a:solidFill>
                <a:latin typeface="Meiryo UI" panose="020B0604030504040204" pitchFamily="50" charset="-128"/>
                <a:ea typeface="Meiryo UI" panose="020B0604030504040204" pitchFamily="50" charset="-128"/>
              </a:rPr>
              <a:t>Reason for derecognition, etc. (e.g., unknown whereabouts)</a:t>
            </a:r>
          </a:p>
          <a:p>
            <a:pPr marL="959713" lvl="1" indent="-285750">
              <a:spcAft>
                <a:spcPts val="600"/>
              </a:spcAft>
              <a:buFont typeface="Wingdings" panose="05000000000000000000" pitchFamily="2" charset="2"/>
              <a:buChar char="Ø"/>
            </a:pPr>
            <a:r>
              <a:rPr lang="en-US" altLang="ja-JP" sz="1400">
                <a:solidFill>
                  <a:schemeClr val="accent6"/>
                </a:solidFill>
                <a:latin typeface="Meiryo UI" panose="020B0604030504040204" pitchFamily="50" charset="-128"/>
                <a:ea typeface="Meiryo UI" panose="020B0604030504040204" pitchFamily="50" charset="-128"/>
              </a:rPr>
              <a:t>Asset name</a:t>
            </a:r>
            <a:endParaRPr lang="ja-JP" altLang="en-US" sz="1400">
              <a:solidFill>
                <a:schemeClr val="accent6"/>
              </a:solidFill>
              <a:latin typeface="Meiryo UI" panose="020B0604030504040204" pitchFamily="50" charset="-128"/>
              <a:ea typeface="Meiryo UI" panose="020B0604030504040204" pitchFamily="50" charset="-128"/>
            </a:endParaRPr>
          </a:p>
          <a:p>
            <a:pPr marL="959713" lvl="1" indent="-285750">
              <a:spcAft>
                <a:spcPts val="600"/>
              </a:spcAft>
              <a:buFont typeface="Wingdings" panose="05000000000000000000" pitchFamily="2" charset="2"/>
              <a:buChar char="Ø"/>
            </a:pPr>
            <a:r>
              <a:rPr lang="en-US" altLang="ja-JP" sz="1400">
                <a:solidFill>
                  <a:schemeClr val="accent6"/>
                </a:solidFill>
                <a:latin typeface="Meiryo UI" panose="020B0604030504040204" pitchFamily="50" charset="-128"/>
                <a:ea typeface="Meiryo UI" panose="020B0604030504040204" pitchFamily="50" charset="-128"/>
              </a:rPr>
              <a:t>Old asset number, new asset number</a:t>
            </a:r>
            <a:endParaRPr lang="en-US" altLang="ja-JP" sz="1600">
              <a:solidFill>
                <a:schemeClr val="accent6"/>
              </a:solidFill>
              <a:latin typeface="Meiryo UI" panose="020B0604030504040204" pitchFamily="50" charset="-128"/>
              <a:ea typeface="Meiryo UI" panose="020B0604030504040204" pitchFamily="50" charset="-128"/>
            </a:endParaRPr>
          </a:p>
        </p:txBody>
      </p:sp>
      <p:sp>
        <p:nvSpPr>
          <p:cNvPr id="8" name="正方形/長方形 7">
            <a:extLst>
              <a:ext uri="{FF2B5EF4-FFF2-40B4-BE49-F238E27FC236}">
                <a16:creationId xmlns:a16="http://schemas.microsoft.com/office/drawing/2014/main" id="{5ECF017B-C275-D8F5-1F31-241F5C873531}"/>
              </a:ext>
            </a:extLst>
          </p:cNvPr>
          <p:cNvSpPr/>
          <p:nvPr/>
        </p:nvSpPr>
        <p:spPr>
          <a:xfrm>
            <a:off x="820465" y="3167354"/>
            <a:ext cx="8844997" cy="859619"/>
          </a:xfrm>
          <a:prstGeom prst="rect">
            <a:avLst/>
          </a:prstGeom>
          <a:solidFill>
            <a:schemeClr val="accent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025">
              <a:spcAft>
                <a:spcPts val="600"/>
              </a:spcAft>
            </a:pPr>
            <a:r>
              <a:rPr lang="en-US" altLang="ja-JP">
                <a:solidFill>
                  <a:schemeClr val="accent6"/>
                </a:solidFill>
                <a:latin typeface="Meiryo UI" panose="020B0604030504040204" pitchFamily="50" charset="-128"/>
                <a:ea typeface="Meiryo UI" panose="020B0604030504040204" pitchFamily="50" charset="-128"/>
              </a:rPr>
              <a:t>(*1)</a:t>
            </a:r>
          </a:p>
          <a:p>
            <a:pPr marL="285025">
              <a:spcAft>
                <a:spcPts val="600"/>
              </a:spcAft>
            </a:pPr>
            <a:r>
              <a:rPr lang="en-US" altLang="ja-JP">
                <a:solidFill>
                  <a:schemeClr val="accent6"/>
                </a:solidFill>
                <a:latin typeface="Meiryo UI" panose="020B0604030504040204" pitchFamily="50" charset="-128"/>
                <a:ea typeface="Meiryo UI" panose="020B0604030504040204" pitchFamily="50" charset="-128"/>
              </a:rPr>
              <a:t>Documents required by the administrative department staff for reviewing the inspection sheet: fixed asset ledger; list of tangible fixed assets by location; supporting vouchers related to acquisitions, etc.; alternative evidence; vouchers in accordance with the rules for preparing adjusting journal entries; approval form.</a:t>
            </a:r>
          </a:p>
        </p:txBody>
      </p:sp>
    </p:spTree>
    <p:extLst>
      <p:ext uri="{BB962C8B-B14F-4D97-AF65-F5344CB8AC3E}">
        <p14:creationId xmlns:p14="http://schemas.microsoft.com/office/powerpoint/2010/main" val="22970018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B2CA2D-DB09-B446-32AE-4EC2EDE2B9F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EA1F31F-11F2-612D-3B27-A3E7587828E0}"/>
              </a:ext>
            </a:extLst>
          </p:cNvPr>
          <p:cNvSpPr txBox="1">
            <a:spLocks/>
          </p:cNvSpPr>
          <p:nvPr/>
        </p:nvSpPr>
        <p:spPr>
          <a:xfrm>
            <a:off x="163350" y="95256"/>
            <a:ext cx="6581229" cy="460263"/>
          </a:xfrm>
          <a:prstGeom prst="rect">
            <a:avLst/>
          </a:prstGeom>
        </p:spPr>
        <p:txBody>
          <a:bodyPr/>
          <a:lstStyle>
            <a:lvl1pPr algn="ctr" rtl="0" eaLnBrk="0" fontAlgn="base" hangingPunct="0">
              <a:spcBef>
                <a:spcPct val="0"/>
              </a:spcBef>
              <a:spcAft>
                <a:spcPct val="0"/>
              </a:spcAft>
              <a:defRPr kumimoji="1" lang="ja-JP" altLang="en-US" sz="2000" b="0" kern="1200" smtClean="0">
                <a:solidFill>
                  <a:schemeClr val="accent2"/>
                </a:solidFill>
                <a:latin typeface="Meiryo UI" pitchFamily="50" charset="-128"/>
                <a:ea typeface="Meiryo UI" pitchFamily="50" charset="-128"/>
                <a:cs typeface="Meiryo UI" pitchFamily="50" charset="-128"/>
              </a:defRPr>
            </a:lvl1pPr>
            <a:lvl2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2pPr>
            <a:lvl3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3pPr>
            <a:lvl4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4pPr>
            <a:lvl5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5pPr>
            <a:lvl6pPr marL="389626" algn="ctr" rtl="0" fontAlgn="base">
              <a:spcBef>
                <a:spcPct val="0"/>
              </a:spcBef>
              <a:spcAft>
                <a:spcPct val="0"/>
              </a:spcAft>
              <a:defRPr sz="1700">
                <a:solidFill>
                  <a:schemeClr val="tx1"/>
                </a:solidFill>
                <a:latin typeface="HGPｺﾞｼｯｸE" pitchFamily="50" charset="-128"/>
                <a:ea typeface="HGPｺﾞｼｯｸE" pitchFamily="50" charset="-128"/>
              </a:defRPr>
            </a:lvl6pPr>
            <a:lvl7pPr marL="779252" algn="ctr" rtl="0" fontAlgn="base">
              <a:spcBef>
                <a:spcPct val="0"/>
              </a:spcBef>
              <a:spcAft>
                <a:spcPct val="0"/>
              </a:spcAft>
              <a:defRPr sz="1700">
                <a:solidFill>
                  <a:schemeClr val="tx1"/>
                </a:solidFill>
                <a:latin typeface="HGPｺﾞｼｯｸE" pitchFamily="50" charset="-128"/>
                <a:ea typeface="HGPｺﾞｼｯｸE" pitchFamily="50" charset="-128"/>
              </a:defRPr>
            </a:lvl7pPr>
            <a:lvl8pPr marL="1168878" algn="ctr" rtl="0" fontAlgn="base">
              <a:spcBef>
                <a:spcPct val="0"/>
              </a:spcBef>
              <a:spcAft>
                <a:spcPct val="0"/>
              </a:spcAft>
              <a:defRPr sz="1700">
                <a:solidFill>
                  <a:schemeClr val="tx1"/>
                </a:solidFill>
                <a:latin typeface="HGPｺﾞｼｯｸE" pitchFamily="50" charset="-128"/>
                <a:ea typeface="HGPｺﾞｼｯｸE" pitchFamily="50" charset="-128"/>
              </a:defRPr>
            </a:lvl8pPr>
            <a:lvl9pPr marL="1558503" algn="ctr" rtl="0" fontAlgn="base">
              <a:spcBef>
                <a:spcPct val="0"/>
              </a:spcBef>
              <a:spcAft>
                <a:spcPct val="0"/>
              </a:spcAft>
              <a:defRPr sz="1700">
                <a:solidFill>
                  <a:schemeClr val="tx1"/>
                </a:solidFill>
                <a:latin typeface="HGPｺﾞｼｯｸE" pitchFamily="50" charset="-128"/>
                <a:ea typeface="HGPｺﾞｼｯｸE" pitchFamily="50" charset="-128"/>
              </a:defRPr>
            </a:lvl9pPr>
          </a:lstStyle>
          <a:p>
            <a:pPr algn="l"/>
            <a:r>
              <a:rPr lang="ja-JP" altLang="en-US" sz="2275" b="1"/>
              <a:t>５．</a:t>
            </a:r>
            <a:r>
              <a:rPr lang="en-US" altLang="ja-JP" sz="2275" b="1"/>
              <a:t>Inspection Sheet Format </a:t>
            </a:r>
            <a:endParaRPr lang="en-US" altLang="ja-JP" sz="2400" b="1">
              <a:solidFill>
                <a:schemeClr val="accent6"/>
              </a:solidFill>
            </a:endParaRPr>
          </a:p>
          <a:p>
            <a:pPr algn="l"/>
            <a:endParaRPr lang="ja-JP" altLang="en-US" sz="2275" b="1"/>
          </a:p>
        </p:txBody>
      </p:sp>
      <p:sp>
        <p:nvSpPr>
          <p:cNvPr id="5" name="テキスト ボックス 4">
            <a:extLst>
              <a:ext uri="{FF2B5EF4-FFF2-40B4-BE49-F238E27FC236}">
                <a16:creationId xmlns:a16="http://schemas.microsoft.com/office/drawing/2014/main" id="{72B815F8-C552-4745-3F4D-14D53AAAD615}"/>
              </a:ext>
            </a:extLst>
          </p:cNvPr>
          <p:cNvSpPr txBox="1"/>
          <p:nvPr/>
        </p:nvSpPr>
        <p:spPr>
          <a:xfrm>
            <a:off x="322596" y="601988"/>
            <a:ext cx="9193696" cy="3036361"/>
          </a:xfrm>
          <a:prstGeom prst="rect">
            <a:avLst/>
          </a:prstGeom>
          <a:noFill/>
        </p:spPr>
        <p:txBody>
          <a:bodyPr wrap="square" lIns="36000" rIns="36000" rtlCol="0">
            <a:noAutofit/>
          </a:bodyPr>
          <a:lstStyle/>
          <a:p>
            <a:pPr marL="285750" indent="-285750">
              <a:spcAft>
                <a:spcPts val="600"/>
              </a:spcAft>
              <a:buFont typeface="Wingdings" panose="05000000000000000000" pitchFamily="2" charset="2"/>
              <a:buChar char="l"/>
            </a:pPr>
            <a:r>
              <a:rPr kumimoji="1" lang="en-US" altLang="ja-JP" sz="2200" b="1">
                <a:solidFill>
                  <a:schemeClr val="accent6"/>
                </a:solidFill>
                <a:latin typeface="Meiryo UI" panose="020B0604030504040204" pitchFamily="50" charset="-128"/>
                <a:ea typeface="Meiryo UI" panose="020B0604030504040204" pitchFamily="50" charset="-128"/>
                <a:cs typeface="Meiryo UI" panose="020B0604030504040204" pitchFamily="50" charset="-128"/>
              </a:rPr>
              <a:t>Inspection Sheet Format</a:t>
            </a:r>
          </a:p>
          <a:p>
            <a:pPr marL="625475" indent="-285750">
              <a:spcAft>
                <a:spcPts val="600"/>
              </a:spcAft>
              <a:buFont typeface="Arial" panose="020B0604020202020204" pitchFamily="34" charset="0"/>
              <a:buChar char="•"/>
            </a:pPr>
            <a:r>
              <a:rPr lang="en-US" altLang="ja-JP" sz="1800">
                <a:solidFill>
                  <a:schemeClr val="accent6"/>
                </a:solidFill>
                <a:latin typeface="Meiryo UI" panose="020B0604030504040204" pitchFamily="50" charset="-128"/>
                <a:ea typeface="Meiryo UI" panose="020B0604030504040204" pitchFamily="50" charset="-128"/>
                <a:cs typeface="Meiryo UI" panose="020B0604030504040204" pitchFamily="50" charset="-128"/>
              </a:rPr>
              <a:t>Inspection Sheet Format will be provided separately. The image is as follows:</a:t>
            </a:r>
          </a:p>
        </p:txBody>
      </p:sp>
      <p:sp>
        <p:nvSpPr>
          <p:cNvPr id="3" name="吹き出し: 折線 2">
            <a:extLst>
              <a:ext uri="{FF2B5EF4-FFF2-40B4-BE49-F238E27FC236}">
                <a16:creationId xmlns:a16="http://schemas.microsoft.com/office/drawing/2014/main" id="{35E415F9-14AC-470C-9E09-539F19B0E7E9}"/>
              </a:ext>
            </a:extLst>
          </p:cNvPr>
          <p:cNvSpPr/>
          <p:nvPr/>
        </p:nvSpPr>
        <p:spPr>
          <a:xfrm>
            <a:off x="3081689" y="3245285"/>
            <a:ext cx="3035600" cy="828918"/>
          </a:xfrm>
          <a:prstGeom prst="borderCallout2">
            <a:avLst>
              <a:gd name="adj1" fmla="val -2342"/>
              <a:gd name="adj2" fmla="val 11535"/>
              <a:gd name="adj3" fmla="val -26153"/>
              <a:gd name="adj4" fmla="val 12296"/>
              <a:gd name="adj5" fmla="val -49776"/>
              <a:gd name="adj6" fmla="val 21462"/>
            </a:avLst>
          </a:prstGeom>
          <a:solidFill>
            <a:schemeClr val="accent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100">
                <a:solidFill>
                  <a:schemeClr val="tx1"/>
                </a:solidFill>
                <a:latin typeface="Meiryo UI" panose="020B0604030504040204" pitchFamily="50" charset="-128"/>
                <a:ea typeface="Meiryo UI" panose="020B0604030504040204" pitchFamily="50" charset="-128"/>
              </a:rPr>
              <a:t>Ensure that all entries have been transferred from the fixed assets register and other relevant records prior to the on-site inspection</a:t>
            </a:r>
          </a:p>
        </p:txBody>
      </p:sp>
      <p:sp>
        <p:nvSpPr>
          <p:cNvPr id="6" name="吹き出し: 折線 5">
            <a:extLst>
              <a:ext uri="{FF2B5EF4-FFF2-40B4-BE49-F238E27FC236}">
                <a16:creationId xmlns:a16="http://schemas.microsoft.com/office/drawing/2014/main" id="{2FD2BB2A-C428-4F12-8A6A-DC162AB5B288}"/>
              </a:ext>
            </a:extLst>
          </p:cNvPr>
          <p:cNvSpPr/>
          <p:nvPr/>
        </p:nvSpPr>
        <p:spPr>
          <a:xfrm>
            <a:off x="4192352" y="6066844"/>
            <a:ext cx="2826285" cy="358670"/>
          </a:xfrm>
          <a:prstGeom prst="borderCallout2">
            <a:avLst>
              <a:gd name="adj1" fmla="val -2342"/>
              <a:gd name="adj2" fmla="val 11535"/>
              <a:gd name="adj3" fmla="val -54588"/>
              <a:gd name="adj4" fmla="val 9925"/>
              <a:gd name="adj5" fmla="val -136160"/>
              <a:gd name="adj6" fmla="val 14940"/>
            </a:avLst>
          </a:prstGeom>
          <a:solidFill>
            <a:schemeClr val="accent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100">
                <a:solidFill>
                  <a:schemeClr val="tx1"/>
                </a:solidFill>
                <a:latin typeface="Meiryo UI" panose="020B0604030504040204" pitchFamily="50" charset="-128"/>
                <a:ea typeface="Meiryo UI" panose="020B0604030504040204" pitchFamily="50" charset="-128"/>
              </a:rPr>
              <a:t>Fill in the rest on the day of the physical inventory check</a:t>
            </a:r>
          </a:p>
        </p:txBody>
      </p:sp>
      <p:pic>
        <p:nvPicPr>
          <p:cNvPr id="7" name="図 6">
            <a:extLst>
              <a:ext uri="{FF2B5EF4-FFF2-40B4-BE49-F238E27FC236}">
                <a16:creationId xmlns:a16="http://schemas.microsoft.com/office/drawing/2014/main" id="{51D255F7-BEA3-4943-85AF-A88881405E11}"/>
              </a:ext>
            </a:extLst>
          </p:cNvPr>
          <p:cNvPicPr>
            <a:picLocks noChangeAspect="1"/>
          </p:cNvPicPr>
          <p:nvPr/>
        </p:nvPicPr>
        <p:blipFill>
          <a:blip r:embed="rId3"/>
          <a:stretch>
            <a:fillRect/>
          </a:stretch>
        </p:blipFill>
        <p:spPr>
          <a:xfrm>
            <a:off x="111211" y="2021431"/>
            <a:ext cx="9683578" cy="691684"/>
          </a:xfrm>
          <a:prstGeom prst="rect">
            <a:avLst/>
          </a:prstGeom>
        </p:spPr>
      </p:pic>
      <p:sp>
        <p:nvSpPr>
          <p:cNvPr id="9" name="四角形: 角を丸くする 8">
            <a:extLst>
              <a:ext uri="{FF2B5EF4-FFF2-40B4-BE49-F238E27FC236}">
                <a16:creationId xmlns:a16="http://schemas.microsoft.com/office/drawing/2014/main" id="{2B63202C-FEBC-37B2-CD97-12B26B5C37DB}"/>
              </a:ext>
            </a:extLst>
          </p:cNvPr>
          <p:cNvSpPr/>
          <p:nvPr/>
        </p:nvSpPr>
        <p:spPr>
          <a:xfrm>
            <a:off x="2851055" y="1793858"/>
            <a:ext cx="6943733" cy="989192"/>
          </a:xfrm>
          <a:prstGeom prst="roundRect">
            <a:avLst/>
          </a:prstGeom>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sz="1400">
              <a:solidFill>
                <a:schemeClr val="tx1"/>
              </a:solidFill>
              <a:latin typeface="Meiryo UI" panose="020B0604030504040204" pitchFamily="50" charset="-128"/>
              <a:ea typeface="Meiryo UI" panose="020B0604030504040204" pitchFamily="50" charset="-128"/>
            </a:endParaRPr>
          </a:p>
        </p:txBody>
      </p:sp>
      <p:pic>
        <p:nvPicPr>
          <p:cNvPr id="10" name="図 9">
            <a:extLst>
              <a:ext uri="{FF2B5EF4-FFF2-40B4-BE49-F238E27FC236}">
                <a16:creationId xmlns:a16="http://schemas.microsoft.com/office/drawing/2014/main" id="{B4661433-5948-539A-2710-F302A2CBA5E7}"/>
              </a:ext>
            </a:extLst>
          </p:cNvPr>
          <p:cNvPicPr>
            <a:picLocks noChangeAspect="1"/>
          </p:cNvPicPr>
          <p:nvPr/>
        </p:nvPicPr>
        <p:blipFill>
          <a:blip r:embed="rId4"/>
          <a:stretch>
            <a:fillRect/>
          </a:stretch>
        </p:blipFill>
        <p:spPr>
          <a:xfrm>
            <a:off x="111211" y="4699575"/>
            <a:ext cx="7041151" cy="804703"/>
          </a:xfrm>
          <a:prstGeom prst="rect">
            <a:avLst/>
          </a:prstGeom>
        </p:spPr>
      </p:pic>
      <p:sp>
        <p:nvSpPr>
          <p:cNvPr id="12" name="四角形: 角を丸くする 11">
            <a:extLst>
              <a:ext uri="{FF2B5EF4-FFF2-40B4-BE49-F238E27FC236}">
                <a16:creationId xmlns:a16="http://schemas.microsoft.com/office/drawing/2014/main" id="{BD504522-2C70-7761-CA1F-A5D1657E499D}"/>
              </a:ext>
            </a:extLst>
          </p:cNvPr>
          <p:cNvSpPr/>
          <p:nvPr/>
        </p:nvSpPr>
        <p:spPr>
          <a:xfrm>
            <a:off x="3453964" y="4526204"/>
            <a:ext cx="3770620" cy="989192"/>
          </a:xfrm>
          <a:prstGeom prst="roundRect">
            <a:avLst/>
          </a:prstGeom>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sz="140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9602051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6645A-23AE-DAA6-9072-990FC7B00A4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61C6BE8-1F4D-1068-09B1-33D8FA7D2C21}"/>
              </a:ext>
            </a:extLst>
          </p:cNvPr>
          <p:cNvSpPr>
            <a:spLocks noGrp="1"/>
          </p:cNvSpPr>
          <p:nvPr>
            <p:ph type="title"/>
          </p:nvPr>
        </p:nvSpPr>
        <p:spPr>
          <a:xfrm>
            <a:off x="2180860" y="2984439"/>
            <a:ext cx="5544281" cy="748112"/>
          </a:xfrm>
          <a:ln>
            <a:solidFill>
              <a:schemeClr val="tx1"/>
            </a:solidFill>
          </a:ln>
        </p:spPr>
        <p:txBody>
          <a:bodyPr anchor="ctr"/>
          <a:lstStyle/>
          <a:p>
            <a:pPr algn="ctr"/>
            <a:r>
              <a:rPr lang="en-US" altLang="ja-JP"/>
              <a:t>Contact information</a:t>
            </a:r>
            <a:endParaRPr kumimoji="1" lang="ja-JP" altLang="en-US"/>
          </a:p>
        </p:txBody>
      </p:sp>
    </p:spTree>
    <p:extLst>
      <p:ext uri="{BB962C8B-B14F-4D97-AF65-F5344CB8AC3E}">
        <p14:creationId xmlns:p14="http://schemas.microsoft.com/office/powerpoint/2010/main" val="11831337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3185B-A90E-2736-5D97-1DA658F9C2A7}"/>
            </a:ext>
          </a:extLst>
        </p:cNvPr>
        <p:cNvGrpSpPr/>
        <p:nvPr/>
      </p:nvGrpSpPr>
      <p:grpSpPr>
        <a:xfrm>
          <a:off x="0" y="0"/>
          <a:ext cx="0" cy="0"/>
          <a:chOff x="0" y="0"/>
          <a:chExt cx="0" cy="0"/>
        </a:xfrm>
      </p:grpSpPr>
      <p:graphicFrame>
        <p:nvGraphicFramePr>
          <p:cNvPr id="17" name="オブジェクト 16" hidden="1">
            <a:extLst>
              <a:ext uri="{FF2B5EF4-FFF2-40B4-BE49-F238E27FC236}">
                <a16:creationId xmlns:a16="http://schemas.microsoft.com/office/drawing/2014/main" id="{2F1E0081-FD73-1A04-7CB9-9505A91883B2}"/>
              </a:ext>
            </a:extLst>
          </p:cNvPr>
          <p:cNvGraphicFramePr>
            <a:graphicFrameLocks noChangeAspect="1"/>
          </p:cNvGraphicFramePr>
          <p:nvPr>
            <p:custDataLst>
              <p:tags r:id="rId1"/>
            </p:custDataLst>
          </p:nvPr>
        </p:nvGraphicFramePr>
        <p:xfrm>
          <a:off x="929978" y="644228"/>
          <a:ext cx="1290" cy="1290"/>
        </p:xfrm>
        <a:graphic>
          <a:graphicData uri="http://schemas.openxmlformats.org/presentationml/2006/ole">
            <mc:AlternateContent xmlns:mc="http://schemas.openxmlformats.org/markup-compatibility/2006">
              <mc:Choice xmlns:v="urn:schemas-microsoft-com:vml" Requires="v">
                <p:oleObj name="think-cellスライド" r:id="rId4" imgW="353" imgH="353" progId="TCLayout.ActiveDocument.1">
                  <p:embed/>
                </p:oleObj>
              </mc:Choice>
              <mc:Fallback>
                <p:oleObj name="think-cellスライド" r:id="rId4" imgW="353" imgH="353" progId="TCLayout.ActiveDocument.1">
                  <p:embed/>
                  <p:pic>
                    <p:nvPicPr>
                      <p:cNvPr id="17" name="オブジェクト 16" hidden="1">
                        <a:extLst>
                          <a:ext uri="{FF2B5EF4-FFF2-40B4-BE49-F238E27FC236}">
                            <a16:creationId xmlns:a16="http://schemas.microsoft.com/office/drawing/2014/main" id="{2F1E0081-FD73-1A04-7CB9-9505A91883B2}"/>
                          </a:ext>
                        </a:extLst>
                      </p:cNvPr>
                      <p:cNvPicPr/>
                      <p:nvPr/>
                    </p:nvPicPr>
                    <p:blipFill>
                      <a:blip r:embed="rId5"/>
                      <a:stretch>
                        <a:fillRect/>
                      </a:stretch>
                    </p:blipFill>
                    <p:spPr>
                      <a:xfrm>
                        <a:off x="929978" y="644228"/>
                        <a:ext cx="1290" cy="1290"/>
                      </a:xfrm>
                      <a:prstGeom prst="rect">
                        <a:avLst/>
                      </a:prstGeom>
                    </p:spPr>
                  </p:pic>
                </p:oleObj>
              </mc:Fallback>
            </mc:AlternateContent>
          </a:graphicData>
        </a:graphic>
      </p:graphicFrame>
      <p:sp>
        <p:nvSpPr>
          <p:cNvPr id="3" name="タイトル 2">
            <a:extLst>
              <a:ext uri="{FF2B5EF4-FFF2-40B4-BE49-F238E27FC236}">
                <a16:creationId xmlns:a16="http://schemas.microsoft.com/office/drawing/2014/main" id="{062072A9-9041-316F-21EE-3687D4087EC9}"/>
              </a:ext>
            </a:extLst>
          </p:cNvPr>
          <p:cNvSpPr>
            <a:spLocks noGrp="1"/>
          </p:cNvSpPr>
          <p:nvPr>
            <p:ph type="title"/>
          </p:nvPr>
        </p:nvSpPr>
        <p:spPr>
          <a:xfrm>
            <a:off x="291133" y="162628"/>
            <a:ext cx="8099974" cy="371461"/>
          </a:xfrm>
        </p:spPr>
        <p:txBody>
          <a:bodyPr/>
          <a:lstStyle/>
          <a:p>
            <a:r>
              <a:rPr lang="en-US" altLang="ja-JP"/>
              <a:t>Contact information</a:t>
            </a:r>
            <a:endParaRPr kumimoji="1" lang="ja-JP" altLang="en-US"/>
          </a:p>
        </p:txBody>
      </p:sp>
      <p:sp>
        <p:nvSpPr>
          <p:cNvPr id="4" name="正方形/長方形 3">
            <a:extLst>
              <a:ext uri="{FF2B5EF4-FFF2-40B4-BE49-F238E27FC236}">
                <a16:creationId xmlns:a16="http://schemas.microsoft.com/office/drawing/2014/main" id="{497DEE3F-6C1C-9F58-7558-CCB3D7F08E73}"/>
              </a:ext>
            </a:extLst>
          </p:cNvPr>
          <p:cNvSpPr/>
          <p:nvPr/>
        </p:nvSpPr>
        <p:spPr>
          <a:xfrm>
            <a:off x="291133" y="853441"/>
            <a:ext cx="9033164" cy="488550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2000">
                <a:solidFill>
                  <a:schemeClr val="tx1"/>
                </a:solidFill>
              </a:rPr>
              <a:t>AIR WATER INC.</a:t>
            </a:r>
          </a:p>
          <a:p>
            <a:r>
              <a:rPr lang="ja-JP" altLang="en-US" sz="2000">
                <a:solidFill>
                  <a:schemeClr val="tx1"/>
                </a:solidFill>
              </a:rPr>
              <a:t>　　</a:t>
            </a:r>
            <a:r>
              <a:rPr lang="en-US" altLang="ja-JP" sz="2000" dirty="0">
                <a:solidFill>
                  <a:schemeClr val="tx1"/>
                </a:solidFill>
              </a:rPr>
              <a:t>Accounting Office</a:t>
            </a:r>
            <a:r>
              <a:rPr lang="ja-JP" altLang="en-US" sz="2000" dirty="0">
                <a:solidFill>
                  <a:schemeClr val="tx1"/>
                </a:solidFill>
              </a:rPr>
              <a:t>　</a:t>
            </a:r>
            <a:r>
              <a:rPr lang="zh-TW" altLang="en-US" sz="2000" dirty="0">
                <a:solidFill>
                  <a:schemeClr val="tx1"/>
                </a:solidFill>
              </a:rPr>
              <a:t> </a:t>
            </a:r>
            <a:r>
              <a:rPr lang="en-US" altLang="zh-TW" sz="2000" dirty="0">
                <a:solidFill>
                  <a:schemeClr val="tx1"/>
                </a:solidFill>
              </a:rPr>
              <a:t>Fixed Assets Physical Inspection Secretariat </a:t>
            </a:r>
            <a:r>
              <a:rPr lang="zh-TW" altLang="en-US" sz="2000" dirty="0">
                <a:solidFill>
                  <a:schemeClr val="tx1"/>
                </a:solidFill>
              </a:rPr>
              <a:t>（</a:t>
            </a:r>
            <a:r>
              <a:rPr lang="en-US" altLang="zh-TW" sz="2000" dirty="0">
                <a:solidFill>
                  <a:schemeClr val="tx1"/>
                </a:solidFill>
              </a:rPr>
              <a:t>AWI</a:t>
            </a:r>
            <a:r>
              <a:rPr lang="zh-TW" altLang="en-US" sz="2000" dirty="0">
                <a:solidFill>
                  <a:schemeClr val="tx1"/>
                </a:solidFill>
              </a:rPr>
              <a:t>） </a:t>
            </a:r>
            <a:r>
              <a:rPr lang="en-US" altLang="zh-TW" sz="2000" dirty="0">
                <a:solidFill>
                  <a:schemeClr val="tx1"/>
                </a:solidFill>
              </a:rPr>
              <a:t>&lt;kotei-info@awi.co.jp&gt;</a:t>
            </a:r>
            <a:endParaRPr lang="ja-JP" altLang="en-US" sz="2000" dirty="0">
              <a:solidFill>
                <a:schemeClr val="tx1"/>
              </a:solidFill>
            </a:endParaRPr>
          </a:p>
        </p:txBody>
      </p:sp>
    </p:spTree>
    <p:extLst>
      <p:ext uri="{BB962C8B-B14F-4D97-AF65-F5344CB8AC3E}">
        <p14:creationId xmlns:p14="http://schemas.microsoft.com/office/powerpoint/2010/main" val="115817270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SCSK temp 2">
  <a:themeElements>
    <a:clrScheme name="SCSK temp 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SCSK temp 2">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rgbClr val="FFFF99"/>
        </a:solidFill>
        <a:ln w="28575">
          <a:noFill/>
          <a:prstDash val="sysDash"/>
          <a:miter lim="800000"/>
          <a:headEnd/>
          <a:tailEnd/>
        </a:ln>
        <a:effectLst>
          <a:outerShdw blurRad="63500" sx="102000" sy="102000" algn="ctr" rotWithShape="0">
            <a:prstClr val="black">
              <a:alpha val="40000"/>
            </a:prstClr>
          </a:outerShdw>
        </a:effectLst>
      </a:spPr>
      <a:bodyPr wrap="square" lIns="66918" tIns="33459" rIns="66918" bIns="33459" anchor="ctr" anchorCtr="0"/>
      <a:lstStyle>
        <a:defPPr marL="74303" indent="-74303">
          <a:defRPr sz="1600" b="1" u="sng" dirty="0">
            <a:latin typeface="Meiryo UI" panose="020B0604030504040204" pitchFamily="50" charset="-128"/>
            <a:ea typeface="Meiryo UI" panose="020B0604030504040204" pitchFamily="50" charset="-128"/>
            <a:cs typeface="Meiryo UI" panose="020B0604030504040204" pitchFamily="50" charset="-128"/>
          </a:defRPr>
        </a:defPPr>
      </a:lstStyle>
    </a:spDef>
    <a:txDef>
      <a:spPr>
        <a:noFill/>
        <a:ln>
          <a:solidFill>
            <a:schemeClr val="accent6"/>
          </a:solidFill>
        </a:ln>
      </a:spPr>
      <a:bodyPr wrap="square" rtlCol="0">
        <a:spAutoFit/>
      </a:bodyPr>
      <a:lstStyle>
        <a:defPPr>
          <a:defRPr sz="1200" dirty="0">
            <a:latin typeface="Meiryo UI" panose="020B0604030504040204" pitchFamily="50" charset="-128"/>
            <a:ea typeface="Meiryo UI" panose="020B0604030504040204" pitchFamily="50" charset="-128"/>
            <a:cs typeface="Meiryo UI" panose="020B0604030504040204" pitchFamily="50" charset="-128"/>
          </a:defRPr>
        </a:defPPr>
      </a:lstStyle>
    </a:txDef>
  </a:objectDefaults>
  <a:extraClrSchemeLst>
    <a:extraClrScheme>
      <a:clrScheme name="SCSK temp 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CSK temp 2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CSK temp 2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CSK temp 2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CSK temp 2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CSK temp 2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CSK temp 2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CSK temp 2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CSK temp 2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CSK temp 2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CSK temp 2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CSK temp 2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template5">
  <a:themeElements>
    <a:clrScheme name="template5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template5">
      <a:majorFont>
        <a:latin typeface="HGPｺﾞｼｯｸE"/>
        <a:ea typeface="HGPｺﾞｼｯｸE"/>
        <a:cs typeface=""/>
      </a:majorFont>
      <a:minorFont>
        <a:latin typeface="HGPｺﾞｼｯｸE"/>
        <a:ea typeface="HGPｺﾞｼｯｸ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2700">
          <a:solidFill>
            <a:schemeClr val="tx1"/>
          </a:solidFill>
        </a:ln>
      </a:spPr>
      <a:bodyPr rtlCol="0" anchor="ctr"/>
      <a:lstStyle>
        <a:defPPr algn="ctr">
          <a:defRPr sz="1400" dirty="0">
            <a:solidFill>
              <a:schemeClr val="tx1"/>
            </a:solidFill>
            <a:latin typeface="Meiryo UI" panose="020B0604030504040204" pitchFamily="50" charset="-128"/>
            <a:ea typeface="Meiryo UI" panose="020B0604030504040204" pitchFamily="50" charset="-128"/>
          </a:defRPr>
        </a:defPPr>
      </a:lstStyle>
      <a:style>
        <a:lnRef idx="2">
          <a:schemeClr val="accent1">
            <a:shade val="50000"/>
          </a:schemeClr>
        </a:lnRef>
        <a:fillRef idx="1">
          <a:schemeClr val="accent1"/>
        </a:fillRef>
        <a:effectRef idx="0">
          <a:schemeClr val="accent1"/>
        </a:effectRef>
        <a:fontRef idx="minor">
          <a:schemeClr val="lt1"/>
        </a:fontRef>
      </a: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effectLst/>
      </a:spPr>
      <a:bodyPr vert="horz" wrap="none" lIns="90000" tIns="46800" rIns="90000" bIns="46800" numCol="1" anchor="ctr" anchorCtr="0" compatLnSpc="1">
        <a:prstTxWarp prst="textNoShape">
          <a:avLst/>
        </a:prstTxWarp>
      </a:bodyPr>
      <a:lstStyle>
        <a:defPPr marL="84138" marR="0" indent="-84138" algn="ctr" defTabSz="914400" rtl="0" eaLnBrk="1" fontAlgn="base" latinLnBrk="0" hangingPunct="0">
          <a:lnSpc>
            <a:spcPct val="90000"/>
          </a:lnSpc>
          <a:spcBef>
            <a:spcPct val="20000"/>
          </a:spcBef>
          <a:spcAft>
            <a:spcPct val="0"/>
          </a:spcAft>
          <a:buClrTx/>
          <a:buSzTx/>
          <a:buFontTx/>
          <a:buNone/>
          <a:tabLst/>
          <a:defRPr kumimoji="0" lang="ja-JP" altLang="en-US" sz="1400" b="0" i="0" u="none" strike="noStrike" cap="none" normalizeH="0" baseline="0" smtClean="0">
            <a:ln>
              <a:noFill/>
            </a:ln>
            <a:solidFill>
              <a:schemeClr val="tx1"/>
            </a:solidFill>
            <a:effectLst/>
            <a:latin typeface="HGPｺﾞｼｯｸE" pitchFamily="50" charset="-128"/>
            <a:ea typeface="HGPｺﾞｼｯｸE" pitchFamily="50" charset="-128"/>
          </a:defRPr>
        </a:defPPr>
      </a:lstStyle>
    </a:lnDef>
    <a:txDef>
      <a:spPr>
        <a:noFill/>
      </a:spPr>
      <a:bodyPr wrap="none" lIns="36000" rIns="36000" rtlCol="0">
        <a:noAutofit/>
      </a:bodyPr>
      <a:lstStyle>
        <a:defPPr>
          <a:defRPr kumimoji="1" sz="1600" dirty="0" smtClean="0">
            <a:solidFill>
              <a:schemeClr val="accent6"/>
            </a:solidFill>
            <a:latin typeface="Meiryo UI" panose="020B0604030504040204" pitchFamily="50" charset="-128"/>
            <a:ea typeface="Meiryo UI" panose="020B0604030504040204" pitchFamily="50" charset="-128"/>
            <a:cs typeface="Meiryo UI" panose="020B0604030504040204" pitchFamily="50" charset="-128"/>
          </a:defRPr>
        </a:defPPr>
      </a:lstStyle>
    </a:txDef>
  </a:objectDefaults>
  <a:extraClrSchemeLst>
    <a:extraClrScheme>
      <a:clrScheme name="template5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template5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template5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template5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template5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template5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template5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template5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template5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template5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template5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template5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SCSK temp 2">
  <a:themeElements>
    <a:clrScheme name="Office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x516c__x958b_ xmlns="703ed930-eda9-4c5b-9b49-c31c3bc53e9d">公開中</_x516c__x958b_>
    <_x516c__x958b__x7d42__x4e86__x65e5_ xmlns="703ed930-eda9-4c5b-9b49-c31c3bc53e9d" xsi:nil="true"/>
    <_x767a__x4fe1__x90e8__x7f72_ xmlns="703ed930-eda9-4c5b-9b49-c31c3bc53e9d" xsi:nil="true"/>
    <_x91cd__x8981__x5ea6_ xmlns="703ed930-eda9-4c5b-9b49-c31c3bc53e9d" xsi:nil="true"/>
    <_x7a2e__x5225_ xmlns="703ed930-eda9-4c5b-9b49-c31c3bc53e9d" xsi:nil="true"/>
    <_x516c__x958b__x65e5_ xmlns="703ed930-eda9-4c5b-9b49-c31c3bc53e9d" xsi:nil="true"/>
    <_x516c__x958b__x72b6__x6cc1_ xmlns="703ed930-eda9-4c5b-9b49-c31c3bc53e9d">公開中</_x516c__x958b__x72b6__x6cc1_>
    <_x516c__x958b__x7bc4__x56f2_ xmlns="703ed930-eda9-4c5b-9b49-c31c3bc53e9d">全社(M365導入会社)</_x516c__x958b__x7bc4__x56f2_>
    <_x66f4__x65b0__x65e5_ xmlns="703ed930-eda9-4c5b-9b49-c31c3bc53e9d" xsi:nil="true"/>
    <_x66f4__x65b0__x65e5_0 xmlns="703ed930-eda9-4c5b-9b49-c31c3bc53e9d" xsi:nil="true"/>
  </documentManagement>
</p:properti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C268B436EB18E442973B581CF6E2589A" ma:contentTypeVersion="13" ma:contentTypeDescription="新しいドキュメントを作成します。" ma:contentTypeScope="" ma:versionID="a70ef983454851aff18eee0209645a60">
  <xsd:schema xmlns:xsd="http://www.w3.org/2001/XMLSchema" xmlns:xs="http://www.w3.org/2001/XMLSchema" xmlns:p="http://schemas.microsoft.com/office/2006/metadata/properties" xmlns:ns2="703ed930-eda9-4c5b-9b49-c31c3bc53e9d" targetNamespace="http://schemas.microsoft.com/office/2006/metadata/properties" ma:root="true" ma:fieldsID="8e3dc4bdb419183c51411d79852c4f8a" ns2:_="">
    <xsd:import namespace="703ed930-eda9-4c5b-9b49-c31c3bc53e9d"/>
    <xsd:element name="properties">
      <xsd:complexType>
        <xsd:sequence>
          <xsd:element name="documentManagement">
            <xsd:complexType>
              <xsd:all>
                <xsd:element ref="ns2:_x516c__x958b_" minOccurs="0"/>
                <xsd:element ref="ns2:_x516c__x958b__x7d42__x4e86__x65e5_" minOccurs="0"/>
                <xsd:element ref="ns2:_x767a__x4fe1__x90e8__x7f72_" minOccurs="0"/>
                <xsd:element ref="ns2:_x7a2e__x5225_" minOccurs="0"/>
                <xsd:element ref="ns2:_x91cd__x8981__x5ea6_" minOccurs="0"/>
                <xsd:element ref="ns2:_x516c__x958b__x65e5_" minOccurs="0"/>
                <xsd:element ref="ns2:_x516c__x958b__x72b6__x6cc1_" minOccurs="0"/>
                <xsd:element ref="ns2:_x516c__x958b__x7bc4__x56f2_" minOccurs="0"/>
                <xsd:element ref="ns2:_x66f4__x65b0__x65e5_" minOccurs="0"/>
                <xsd:element ref="ns2:_x66f4__x65b0__x65e5_0" minOccurs="0"/>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03ed930-eda9-4c5b-9b49-c31c3bc53e9d" elementFormDefault="qualified">
    <xsd:import namespace="http://schemas.microsoft.com/office/2006/documentManagement/types"/>
    <xsd:import namespace="http://schemas.microsoft.com/office/infopath/2007/PartnerControls"/>
    <xsd:element name="_x516c__x958b_" ma:index="8" nillable="true" ma:displayName="公開状態" ma:default="公開中" ma:format="Dropdown" ma:internalName="_x516c__x958b_">
      <xsd:simpleType>
        <xsd:restriction base="dms:Choice">
          <xsd:enumeration value="公開中"/>
          <xsd:enumeration value="公開停止"/>
          <xsd:enumeration value="AW単体"/>
        </xsd:restriction>
      </xsd:simpleType>
    </xsd:element>
    <xsd:element name="_x516c__x958b__x7d42__x4e86__x65e5_" ma:index="9" nillable="true" ma:displayName="公開終了日" ma:format="DateOnly" ma:internalName="_x516c__x958b__x7d42__x4e86__x65e5_">
      <xsd:simpleType>
        <xsd:restriction base="dms:DateTime"/>
      </xsd:simpleType>
    </xsd:element>
    <xsd:element name="_x767a__x4fe1__x90e8__x7f72_" ma:index="10" nillable="true" ma:displayName="発信部署" ma:format="Dropdown" ma:internalName="_x767a__x4fe1__x90e8__x7f72_">
      <xsd:simpleType>
        <xsd:restriction base="dms:Text">
          <xsd:maxLength value="255"/>
        </xsd:restriction>
      </xsd:simpleType>
    </xsd:element>
    <xsd:element name="_x7a2e__x5225_" ma:index="11" nillable="true" ma:displayName="種別" ma:format="Dropdown" ma:internalName="_x7a2e__x5225_">
      <xsd:simpleType>
        <xsd:restriction base="dms:Choice">
          <xsd:enumeration value="グループ通達"/>
          <xsd:enumeration value="グループお知らせ"/>
          <xsd:enumeration value="社内通達"/>
          <xsd:enumeration value="社内お知らせ"/>
          <xsd:enumeration value="メール配信"/>
        </xsd:restriction>
      </xsd:simpleType>
    </xsd:element>
    <xsd:element name="_x91cd__x8981__x5ea6_" ma:index="12" nillable="true" ma:displayName="重要度" ma:format="Dropdown" ma:internalName="_x91cd__x8981__x5ea6_">
      <xsd:simpleType>
        <xsd:restriction base="dms:Choice">
          <xsd:enumeration value="緊急"/>
          <xsd:enumeration value="重要"/>
          <xsd:enumeration value="標準"/>
        </xsd:restriction>
      </xsd:simpleType>
    </xsd:element>
    <xsd:element name="_x516c__x958b__x65e5_" ma:index="13" nillable="true" ma:displayName="公開日" ma:format="DateOnly" ma:internalName="_x516c__x958b__x65e5_">
      <xsd:simpleType>
        <xsd:restriction base="dms:DateTime"/>
      </xsd:simpleType>
    </xsd:element>
    <xsd:element name="_x516c__x958b__x72b6__x6cc1_" ma:index="14" nillable="true" ma:displayName="公開状況" ma:default="公開中" ma:format="Dropdown" ma:internalName="_x516c__x958b__x72b6__x6cc1_">
      <xsd:simpleType>
        <xsd:restriction base="dms:Text">
          <xsd:maxLength value="255"/>
        </xsd:restriction>
      </xsd:simpleType>
    </xsd:element>
    <xsd:element name="_x516c__x958b__x7bc4__x56f2_" ma:index="15" nillable="true" ma:displayName="公開範囲" ma:default="全社(M365導入会社)" ma:format="Dropdown" ma:internalName="_x516c__x958b__x7bc4__x56f2_">
      <xsd:simpleType>
        <xsd:restriction base="dms:Choice">
          <xsd:enumeration value="全社(M365導入会社)"/>
          <xsd:enumeration value="エア・ウォーター"/>
        </xsd:restriction>
      </xsd:simpleType>
    </xsd:element>
    <xsd:element name="_x66f4__x65b0__x65e5_" ma:index="16" nillable="true" ma:displayName="memo" ma:format="Dropdown" ma:internalName="_x66f4__x65b0__x65e5_">
      <xsd:simpleType>
        <xsd:restriction base="dms:Text">
          <xsd:maxLength value="255"/>
        </xsd:restriction>
      </xsd:simpleType>
    </xsd:element>
    <xsd:element name="_x66f4__x65b0__x65e5_0" ma:index="17" nillable="true" ma:displayName="更新日" ma:default="[today]" ma:format="DateTime" ma:internalName="_x66f4__x65b0__x65e5_0">
      <xsd:simpleType>
        <xsd:restriction base="dms:DateTime"/>
      </xsd:simpleType>
    </xsd:element>
    <xsd:element name="MediaServiceMetadata" ma:index="18" nillable="true" ma:displayName="MediaServiceMetadata" ma:hidden="true" ma:internalName="MediaServiceMetadata" ma:readOnly="true">
      <xsd:simpleType>
        <xsd:restriction base="dms:Note"/>
      </xsd:simpleType>
    </xsd:element>
    <xsd:element name="MediaServiceFastMetadata" ma:index="19" nillable="true" ma:displayName="MediaServiceFastMetadata" ma:hidden="true" ma:internalName="MediaServiceFastMetadata" ma:readOnly="true">
      <xsd:simpleType>
        <xsd:restriction base="dms:Note"/>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A5AFA1D-05FF-407A-B50D-22BB80C29ECD}">
  <ds:schemaRefs>
    <ds:schemaRef ds:uri="http://schemas.microsoft.com/sharepoint/v3/contenttype/forms"/>
  </ds:schemaRefs>
</ds:datastoreItem>
</file>

<file path=customXml/itemProps2.xml><?xml version="1.0" encoding="utf-8"?>
<ds:datastoreItem xmlns:ds="http://schemas.openxmlformats.org/officeDocument/2006/customXml" ds:itemID="{4472C08F-E587-4EBB-BD30-264897BEFBA5}">
  <ds:schemaRefs>
    <ds:schemaRef ds:uri="http://schemas.openxmlformats.org/package/2006/metadata/core-properties"/>
    <ds:schemaRef ds:uri="http://schemas.microsoft.com/office/2006/documentManagement/types"/>
    <ds:schemaRef ds:uri="http://purl.org/dc/dcmitype/"/>
    <ds:schemaRef ds:uri="http://www.w3.org/XML/1998/namespace"/>
    <ds:schemaRef ds:uri="http://schemas.microsoft.com/office/infopath/2007/PartnerControls"/>
    <ds:schemaRef ds:uri="1bb38567-8471-4498-8d73-7edaba267f9d"/>
    <ds:schemaRef ds:uri="9e5f23c6-cb1d-492b-837e-19c0a3c6fbc9"/>
    <ds:schemaRef ds:uri="http://schemas.microsoft.com/office/2006/metadata/properties"/>
    <ds:schemaRef ds:uri="http://purl.org/dc/terms/"/>
    <ds:schemaRef ds:uri="http://purl.org/dc/elements/1.1/"/>
    <ds:schemaRef ds:uri="77e078cd-1bfb-4a69-ac6a-dd1c5b4ef81f"/>
    <ds:schemaRef ds:uri="4bac9a2e-230c-4884-adb3-d3ba2c027362"/>
  </ds:schemaRefs>
</ds:datastoreItem>
</file>

<file path=customXml/itemProps3.xml><?xml version="1.0" encoding="utf-8"?>
<ds:datastoreItem xmlns:ds="http://schemas.openxmlformats.org/officeDocument/2006/customXml" ds:itemID="{EEC89A4B-3F90-46B3-9095-634F7814F57D}"/>
</file>

<file path=docMetadata/LabelInfo.xml><?xml version="1.0" encoding="utf-8"?>
<clbl:labelList xmlns:clbl="http://schemas.microsoft.com/office/2020/mipLabelMetadata">
  <clbl:label id="{ea60d57e-af5b-4752-ac57-3e4f28ca11dc}" enabled="1" method="Standard" siteId="{36da45f1-dd2c-4d1f-af13-5abe46b99921}" removed="0"/>
</clbl:labelList>
</file>

<file path=docProps/app.xml><?xml version="1.0" encoding="utf-8"?>
<Properties xmlns="http://schemas.openxmlformats.org/officeDocument/2006/extended-properties" xmlns:vt="http://schemas.openxmlformats.org/officeDocument/2006/docPropsVTypes">
  <Template/>
  <TotalTime>4</TotalTime>
  <Words>2027</Words>
  <Application>Microsoft Office PowerPoint</Application>
  <PresentationFormat>A4 210 x 297 mm</PresentationFormat>
  <Paragraphs>187</Paragraphs>
  <Slides>17</Slides>
  <Notes>17</Notes>
  <HiddenSlides>0</HiddenSlides>
  <MMClips>0</MMClips>
  <ScaleCrop>false</ScaleCrop>
  <HeadingPairs>
    <vt:vector size="8" baseType="variant">
      <vt:variant>
        <vt:lpstr>使用されているフォント</vt:lpstr>
      </vt:variant>
      <vt:variant>
        <vt:i4>7</vt:i4>
      </vt:variant>
      <vt:variant>
        <vt:lpstr>テーマ</vt:lpstr>
      </vt:variant>
      <vt:variant>
        <vt:i4>3</vt:i4>
      </vt:variant>
      <vt:variant>
        <vt:lpstr>埋め込まれた OLE サーバー</vt:lpstr>
      </vt:variant>
      <vt:variant>
        <vt:i4>1</vt:i4>
      </vt:variant>
      <vt:variant>
        <vt:lpstr>スライド タイトル</vt:lpstr>
      </vt:variant>
      <vt:variant>
        <vt:i4>17</vt:i4>
      </vt:variant>
    </vt:vector>
  </HeadingPairs>
  <TitlesOfParts>
    <vt:vector size="28" baseType="lpstr">
      <vt:lpstr>HGPｺﾞｼｯｸE</vt:lpstr>
      <vt:lpstr>Meiryo UI</vt:lpstr>
      <vt:lpstr>Meiryo</vt:lpstr>
      <vt:lpstr>Arial</vt:lpstr>
      <vt:lpstr>Calibri</vt:lpstr>
      <vt:lpstr>Calibri Light</vt:lpstr>
      <vt:lpstr>Wingdings</vt:lpstr>
      <vt:lpstr>SCSK temp 2</vt:lpstr>
      <vt:lpstr>2_template5</vt:lpstr>
      <vt:lpstr>1_SCSK temp 2</vt:lpstr>
      <vt:lpstr>think-cellスライド</vt:lpstr>
      <vt:lpstr>PowerPoint プレゼンテーション</vt:lpstr>
      <vt:lpstr>Contents</vt:lpstr>
      <vt:lpstr>PowerPoint プレゼンテーション</vt:lpstr>
      <vt:lpstr>Organization and Roles</vt:lpstr>
      <vt:lpstr>PowerPoint プレゼンテーション</vt:lpstr>
      <vt:lpstr>PPE Physical Inspection – Procedures</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Contact information</vt:lpstr>
      <vt:lpstr>Contact information</vt:lpstr>
    </vt:vector>
  </TitlesOfParts>
  <Company>AGC&amp;accenture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20241111_1114_新リース基準/IFRS18号説明会資料</dc:title>
  <dc:creator>yamagami-jun@awi.co.jp</dc:creator>
  <cp:lastModifiedBy>長門 伸吾</cp:lastModifiedBy>
  <cp:revision>1</cp:revision>
  <cp:lastPrinted>2026-04-06T12:58:04Z</cp:lastPrinted>
  <dcterms:created xsi:type="dcterms:W3CDTF">2007-01-29T21:33:42Z</dcterms:created>
  <dcterms:modified xsi:type="dcterms:W3CDTF">2026-04-09T10:37:14Z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0x010100C268B436EB18E442973B581CF6E2589A</vt:lpwstr>
  </property>
  <property fmtid="{D5CDD505-2E9C-101B-9397-08002B2CF9AE}" pid="3" name="MediaServiceImageTags">
    <vt:lpwstr/>
  </property>
  <property fmtid="{D5CDD505-2E9C-101B-9397-08002B2CF9AE}" pid="4" name="Order">
    <vt:r8>57000</vt:r8>
  </property>
  <property fmtid="{D5CDD505-2E9C-101B-9397-08002B2CF9AE}" pid="5" name="xd_Signature">
    <vt:bool>false</vt:bool>
  </property>
  <property fmtid="{D5CDD505-2E9C-101B-9397-08002B2CF9AE}" pid="6" name="xd_ProgID">
    <vt:lpwstr/>
  </property>
  <property fmtid="{D5CDD505-2E9C-101B-9397-08002B2CF9AE}" pid="7" name="TriggerFlowInfo">
    <vt:lpwstr/>
  </property>
  <property fmtid="{D5CDD505-2E9C-101B-9397-08002B2CF9AE}" pid="8" name="ComplianceAssetId">
    <vt:lpwstr/>
  </property>
  <property fmtid="{D5CDD505-2E9C-101B-9397-08002B2CF9AE}" pid="9" name="TemplateUrl">
    <vt:lpwstr/>
  </property>
  <property fmtid="{D5CDD505-2E9C-101B-9397-08002B2CF9AE}" pid="10" name="_ExtendedDescription">
    <vt:lpwstr/>
  </property>
  <property fmtid="{D5CDD505-2E9C-101B-9397-08002B2CF9AE}" pid="11" name="_SourceUrl">
    <vt:lpwstr/>
  </property>
  <property fmtid="{D5CDD505-2E9C-101B-9397-08002B2CF9AE}" pid="12" name="_SharedFileIndex">
    <vt:lpwstr/>
  </property>
</Properties>
</file>